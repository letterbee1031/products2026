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76" r:id="rId5"/>
    <p:sldId id="256" r:id="rId6"/>
    <p:sldId id="257" r:id="rId7"/>
    <p:sldId id="258" r:id="rId8"/>
    <p:sldId id="267" r:id="rId9"/>
    <p:sldId id="259" r:id="rId10"/>
    <p:sldId id="271" r:id="rId11"/>
    <p:sldId id="272" r:id="rId12"/>
    <p:sldId id="260" r:id="rId13"/>
    <p:sldId id="261" r:id="rId14"/>
    <p:sldId id="275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737"/>
    <a:srgbClr val="FF3829"/>
    <a:srgbClr val="FF4D29"/>
    <a:srgbClr val="FF5C29"/>
    <a:srgbClr val="FD4E2B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41575-7ECC-42AD-B12B-D188D4CFAB4F}" v="191" dt="2023-07-13T04:50:27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6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2001017【仙台広瀬】" userId="6ad112a8-f412-410c-8a0f-584406c8e747" providerId="ADAL" clId="{1AC41575-7ECC-42AD-B12B-D188D4CFAB4F}"/>
    <pc:docChg chg="undo redo custSel addSld delSld modSld sldOrd">
      <pc:chgData name="s2001017【仙台広瀬】" userId="6ad112a8-f412-410c-8a0f-584406c8e747" providerId="ADAL" clId="{1AC41575-7ECC-42AD-B12B-D188D4CFAB4F}" dt="2023-07-13T05:10:30.335" v="2851" actId="20577"/>
      <pc:docMkLst>
        <pc:docMk/>
      </pc:docMkLst>
      <pc:sldChg chg="addSp delSp modSp mod">
        <pc:chgData name="s2001017【仙台広瀬】" userId="6ad112a8-f412-410c-8a0f-584406c8e747" providerId="ADAL" clId="{1AC41575-7ECC-42AD-B12B-D188D4CFAB4F}" dt="2023-07-13T01:59:04.568" v="697" actId="478"/>
        <pc:sldMkLst>
          <pc:docMk/>
          <pc:sldMk cId="3751856426" sldId="256"/>
        </pc:sldMkLst>
        <pc:spChg chg="add mod">
          <ac:chgData name="s2001017【仙台広瀬】" userId="6ad112a8-f412-410c-8a0f-584406c8e747" providerId="ADAL" clId="{1AC41575-7ECC-42AD-B12B-D188D4CFAB4F}" dt="2023-07-12T23:58:28.946" v="17"/>
          <ac:spMkLst>
            <pc:docMk/>
            <pc:sldMk cId="3751856426" sldId="256"/>
            <ac:spMk id="2" creationId="{71858AAD-2895-58FF-B7EB-D59344FFBA6B}"/>
          </ac:spMkLst>
        </pc:spChg>
        <pc:spChg chg="add mod">
          <ac:chgData name="s2001017【仙台広瀬】" userId="6ad112a8-f412-410c-8a0f-584406c8e747" providerId="ADAL" clId="{1AC41575-7ECC-42AD-B12B-D188D4CFAB4F}" dt="2023-07-12T23:58:28.946" v="17"/>
          <ac:spMkLst>
            <pc:docMk/>
            <pc:sldMk cId="3751856426" sldId="256"/>
            <ac:spMk id="3" creationId="{5B263E63-FC71-08C5-F5EF-E1C1D22D03A5}"/>
          </ac:spMkLst>
        </pc:spChg>
        <pc:spChg chg="add mod">
          <ac:chgData name="s2001017【仙台広瀬】" userId="6ad112a8-f412-410c-8a0f-584406c8e747" providerId="ADAL" clId="{1AC41575-7ECC-42AD-B12B-D188D4CFAB4F}" dt="2023-07-13T00:57:07.860" v="121"/>
          <ac:spMkLst>
            <pc:docMk/>
            <pc:sldMk cId="3751856426" sldId="256"/>
            <ac:spMk id="25" creationId="{C6E854BB-1C5D-BF60-59E3-A5D2E963FB7F}"/>
          </ac:spMkLst>
        </pc:spChg>
        <pc:spChg chg="add del mod">
          <ac:chgData name="s2001017【仙台広瀬】" userId="6ad112a8-f412-410c-8a0f-584406c8e747" providerId="ADAL" clId="{1AC41575-7ECC-42AD-B12B-D188D4CFAB4F}" dt="2023-07-13T01:59:04.568" v="697" actId="478"/>
          <ac:spMkLst>
            <pc:docMk/>
            <pc:sldMk cId="3751856426" sldId="256"/>
            <ac:spMk id="26" creationId="{EF6871C7-E1B6-72E8-F0B9-D33987350455}"/>
          </ac:spMkLst>
        </pc:spChg>
      </pc:sldChg>
      <pc:sldChg chg="addSp delSp modSp mod">
        <pc:chgData name="s2001017【仙台広瀬】" userId="6ad112a8-f412-410c-8a0f-584406c8e747" providerId="ADAL" clId="{1AC41575-7ECC-42AD-B12B-D188D4CFAB4F}" dt="2023-07-13T03:23:18.765" v="1616"/>
        <pc:sldMkLst>
          <pc:docMk/>
          <pc:sldMk cId="3522342677" sldId="257"/>
        </pc:sldMkLst>
        <pc:spChg chg="add mod">
          <ac:chgData name="s2001017【仙台広瀬】" userId="6ad112a8-f412-410c-8a0f-584406c8e747" providerId="ADAL" clId="{1AC41575-7ECC-42AD-B12B-D188D4CFAB4F}" dt="2023-07-12T23:57:52.351" v="8" actId="2085"/>
          <ac:spMkLst>
            <pc:docMk/>
            <pc:sldMk cId="3522342677" sldId="257"/>
            <ac:spMk id="3" creationId="{F4CF13FC-4D30-51A9-C126-98670B6DBED2}"/>
          </ac:spMkLst>
        </pc:spChg>
        <pc:spChg chg="mod topLvl">
          <ac:chgData name="s2001017【仙台広瀬】" userId="6ad112a8-f412-410c-8a0f-584406c8e747" providerId="ADAL" clId="{1AC41575-7ECC-42AD-B12B-D188D4CFAB4F}" dt="2023-07-13T03:19:05.598" v="1541" actId="207"/>
          <ac:spMkLst>
            <pc:docMk/>
            <pc:sldMk cId="3522342677" sldId="257"/>
            <ac:spMk id="4" creationId="{DEECCD25-9D52-10A4-4314-15B9E7B00B56}"/>
          </ac:spMkLst>
        </pc:spChg>
        <pc:spChg chg="add mod">
          <ac:chgData name="s2001017【仙台広瀬】" userId="6ad112a8-f412-410c-8a0f-584406c8e747" providerId="ADAL" clId="{1AC41575-7ECC-42AD-B12B-D188D4CFAB4F}" dt="2023-07-13T03:18:12.179" v="1538" actId="1076"/>
          <ac:spMkLst>
            <pc:docMk/>
            <pc:sldMk cId="3522342677" sldId="257"/>
            <ac:spMk id="6" creationId="{20D7EF73-9013-87D4-FE00-341481E1A0B9}"/>
          </ac:spMkLst>
        </pc:spChg>
        <pc:spChg chg="add del mod">
          <ac:chgData name="s2001017【仙台広瀬】" userId="6ad112a8-f412-410c-8a0f-584406c8e747" providerId="ADAL" clId="{1AC41575-7ECC-42AD-B12B-D188D4CFAB4F}" dt="2023-07-12T23:58:13.164" v="14"/>
          <ac:spMkLst>
            <pc:docMk/>
            <pc:sldMk cId="3522342677" sldId="257"/>
            <ac:spMk id="7" creationId="{B178D1E3-8AF4-0FC6-C956-EAF8564FE092}"/>
          </ac:spMkLst>
        </pc:spChg>
        <pc:spChg chg="add del mod">
          <ac:chgData name="s2001017【仙台広瀬】" userId="6ad112a8-f412-410c-8a0f-584406c8e747" providerId="ADAL" clId="{1AC41575-7ECC-42AD-B12B-D188D4CFAB4F}" dt="2023-07-13T03:17:09.171" v="1530" actId="478"/>
          <ac:spMkLst>
            <pc:docMk/>
            <pc:sldMk cId="3522342677" sldId="257"/>
            <ac:spMk id="8" creationId="{2EC8F2F5-3B20-313F-E030-FA916AE53966}"/>
          </ac:spMkLst>
        </pc:spChg>
        <pc:spChg chg="add del mod ord topLvl">
          <ac:chgData name="s2001017【仙台広瀬】" userId="6ad112a8-f412-410c-8a0f-584406c8e747" providerId="ADAL" clId="{1AC41575-7ECC-42AD-B12B-D188D4CFAB4F}" dt="2023-07-13T03:19:16.794" v="1543" actId="207"/>
          <ac:spMkLst>
            <pc:docMk/>
            <pc:sldMk cId="3522342677" sldId="257"/>
            <ac:spMk id="9" creationId="{526705D3-09EF-3769-B049-367849981393}"/>
          </ac:spMkLst>
        </pc:spChg>
        <pc:spChg chg="add mod">
          <ac:chgData name="s2001017【仙台広瀬】" userId="6ad112a8-f412-410c-8a0f-584406c8e747" providerId="ADAL" clId="{1AC41575-7ECC-42AD-B12B-D188D4CFAB4F}" dt="2023-07-13T00:17:02.818" v="31" actId="1076"/>
          <ac:spMkLst>
            <pc:docMk/>
            <pc:sldMk cId="3522342677" sldId="257"/>
            <ac:spMk id="10" creationId="{944960CE-29B7-AF03-2570-977E9A9343F8}"/>
          </ac:spMkLst>
        </pc:spChg>
        <pc:spChg chg="add del mod">
          <ac:chgData name="s2001017【仙台広瀬】" userId="6ad112a8-f412-410c-8a0f-584406c8e747" providerId="ADAL" clId="{1AC41575-7ECC-42AD-B12B-D188D4CFAB4F}" dt="2023-07-13T03:17:01.067" v="1528" actId="478"/>
          <ac:spMkLst>
            <pc:docMk/>
            <pc:sldMk cId="3522342677" sldId="257"/>
            <ac:spMk id="11" creationId="{07FC3849-3B10-1D60-3AAC-773D8396816D}"/>
          </ac:spMkLst>
        </pc:spChg>
        <pc:spChg chg="add del mod">
          <ac:chgData name="s2001017【仙台広瀬】" userId="6ad112a8-f412-410c-8a0f-584406c8e747" providerId="ADAL" clId="{1AC41575-7ECC-42AD-B12B-D188D4CFAB4F}" dt="2023-07-13T01:59:07.550" v="698" actId="478"/>
          <ac:spMkLst>
            <pc:docMk/>
            <pc:sldMk cId="3522342677" sldId="257"/>
            <ac:spMk id="12" creationId="{1F3D54ED-114F-6449-D6AE-FC45D77A237C}"/>
          </ac:spMkLst>
        </pc:spChg>
        <pc:spChg chg="mod">
          <ac:chgData name="s2001017【仙台広瀬】" userId="6ad112a8-f412-410c-8a0f-584406c8e747" providerId="ADAL" clId="{1AC41575-7ECC-42AD-B12B-D188D4CFAB4F}" dt="2023-07-13T03:23:18.765" v="1616"/>
          <ac:spMkLst>
            <pc:docMk/>
            <pc:sldMk cId="3522342677" sldId="257"/>
            <ac:spMk id="13" creationId="{35F9D5BC-2871-63B4-168E-0D444FA126C9}"/>
          </ac:spMkLst>
        </pc:spChg>
        <pc:spChg chg="mod">
          <ac:chgData name="s2001017【仙台広瀬】" userId="6ad112a8-f412-410c-8a0f-584406c8e747" providerId="ADAL" clId="{1AC41575-7ECC-42AD-B12B-D188D4CFAB4F}" dt="2023-07-13T03:23:18.765" v="1616"/>
          <ac:spMkLst>
            <pc:docMk/>
            <pc:sldMk cId="3522342677" sldId="257"/>
            <ac:spMk id="14" creationId="{A8B07FA1-AE65-F2ED-4634-7EB5AC50882D}"/>
          </ac:spMkLst>
        </pc:spChg>
        <pc:grpChg chg="add del mod">
          <ac:chgData name="s2001017【仙台広瀬】" userId="6ad112a8-f412-410c-8a0f-584406c8e747" providerId="ADAL" clId="{1AC41575-7ECC-42AD-B12B-D188D4CFAB4F}" dt="2023-07-13T03:19:05.598" v="1541" actId="207"/>
          <ac:grpSpMkLst>
            <pc:docMk/>
            <pc:sldMk cId="3522342677" sldId="257"/>
            <ac:grpSpMk id="7" creationId="{E34934C6-15A3-F299-1E1F-285D4ACFB1B5}"/>
          </ac:grpSpMkLst>
        </pc:grpChg>
        <pc:grpChg chg="add mod">
          <ac:chgData name="s2001017【仙台広瀬】" userId="6ad112a8-f412-410c-8a0f-584406c8e747" providerId="ADAL" clId="{1AC41575-7ECC-42AD-B12B-D188D4CFAB4F}" dt="2023-07-13T03:23:18.765" v="1616"/>
          <ac:grpSpMkLst>
            <pc:docMk/>
            <pc:sldMk cId="3522342677" sldId="257"/>
            <ac:grpSpMk id="12" creationId="{441B271C-1A38-A6E9-4B43-ABC404B8E7AA}"/>
          </ac:grpSpMkLst>
        </pc:grpChg>
        <pc:grpChg chg="del">
          <ac:chgData name="s2001017【仙台広瀬】" userId="6ad112a8-f412-410c-8a0f-584406c8e747" providerId="ADAL" clId="{1AC41575-7ECC-42AD-B12B-D188D4CFAB4F}" dt="2023-07-13T03:16:58.003" v="1527" actId="478"/>
          <ac:grpSpMkLst>
            <pc:docMk/>
            <pc:sldMk cId="3522342677" sldId="257"/>
            <ac:grpSpMk id="20" creationId="{550791C2-78C3-289E-A98E-8D986B405077}"/>
          </ac:grpSpMkLst>
        </pc:grpChg>
      </pc:sldChg>
      <pc:sldChg chg="addSp delSp modSp add mod">
        <pc:chgData name="s2001017【仙台広瀬】" userId="6ad112a8-f412-410c-8a0f-584406c8e747" providerId="ADAL" clId="{1AC41575-7ECC-42AD-B12B-D188D4CFAB4F}" dt="2023-07-13T03:23:01.594" v="1615" actId="20577"/>
        <pc:sldMkLst>
          <pc:docMk/>
          <pc:sldMk cId="3610057808" sldId="258"/>
        </pc:sldMkLst>
        <pc:spChg chg="del">
          <ac:chgData name="s2001017【仙台広瀬】" userId="6ad112a8-f412-410c-8a0f-584406c8e747" providerId="ADAL" clId="{1AC41575-7ECC-42AD-B12B-D188D4CFAB4F}" dt="2023-07-12T23:58:57.901" v="23" actId="478"/>
          <ac:spMkLst>
            <pc:docMk/>
            <pc:sldMk cId="3610057808" sldId="258"/>
            <ac:spMk id="2" creationId="{19595840-09AD-C823-C7A6-FDEC460EC5F8}"/>
          </ac:spMkLst>
        </pc:spChg>
        <pc:spChg chg="del">
          <ac:chgData name="s2001017【仙台広瀬】" userId="6ad112a8-f412-410c-8a0f-584406c8e747" providerId="ADAL" clId="{1AC41575-7ECC-42AD-B12B-D188D4CFAB4F}" dt="2023-07-12T23:58:50.808" v="19" actId="478"/>
          <ac:spMkLst>
            <pc:docMk/>
            <pc:sldMk cId="3610057808" sldId="258"/>
            <ac:spMk id="3" creationId="{F4CF13FC-4D30-51A9-C126-98670B6DBED2}"/>
          </ac:spMkLst>
        </pc:spChg>
        <pc:spChg chg="mod">
          <ac:chgData name="s2001017【仙台広瀬】" userId="6ad112a8-f412-410c-8a0f-584406c8e747" providerId="ADAL" clId="{1AC41575-7ECC-42AD-B12B-D188D4CFAB4F}" dt="2023-07-13T03:23:00.127" v="1611" actId="208"/>
          <ac:spMkLst>
            <pc:docMk/>
            <pc:sldMk cId="3610057808" sldId="258"/>
            <ac:spMk id="4" creationId="{DEECCD25-9D52-10A4-4314-15B9E7B00B56}"/>
          </ac:spMkLst>
        </pc:spChg>
        <pc:spChg chg="mod">
          <ac:chgData name="s2001017【仙台広瀬】" userId="6ad112a8-f412-410c-8a0f-584406c8e747" providerId="ADAL" clId="{1AC41575-7ECC-42AD-B12B-D188D4CFAB4F}" dt="2023-07-12T23:58:57.103" v="22" actId="1076"/>
          <ac:spMkLst>
            <pc:docMk/>
            <pc:sldMk cId="3610057808" sldId="258"/>
            <ac:spMk id="5" creationId="{3CE4156E-AF74-6D91-EA4A-F7E99ACF87B5}"/>
          </ac:spMkLst>
        </pc:spChg>
        <pc:spChg chg="del">
          <ac:chgData name="s2001017【仙台広瀬】" userId="6ad112a8-f412-410c-8a0f-584406c8e747" providerId="ADAL" clId="{1AC41575-7ECC-42AD-B12B-D188D4CFAB4F}" dt="2023-07-12T23:58:51.573" v="20" actId="478"/>
          <ac:spMkLst>
            <pc:docMk/>
            <pc:sldMk cId="3610057808" sldId="258"/>
            <ac:spMk id="6" creationId="{20D7EF73-9013-87D4-FE00-341481E1A0B9}"/>
          </ac:spMkLst>
        </pc:spChg>
        <pc:spChg chg="add mod">
          <ac:chgData name="s2001017【仙台広瀬】" userId="6ad112a8-f412-410c-8a0f-584406c8e747" providerId="ADAL" clId="{1AC41575-7ECC-42AD-B12B-D188D4CFAB4F}" dt="2023-07-12T23:59:00.547" v="25" actId="1076"/>
          <ac:spMkLst>
            <pc:docMk/>
            <pc:sldMk cId="3610057808" sldId="258"/>
            <ac:spMk id="7" creationId="{4B6CDAEE-0141-22E0-1F33-20B16250992C}"/>
          </ac:spMkLst>
        </pc:spChg>
        <pc:spChg chg="add del mod">
          <ac:chgData name="s2001017【仙台広瀬】" userId="6ad112a8-f412-410c-8a0f-584406c8e747" providerId="ADAL" clId="{1AC41575-7ECC-42AD-B12B-D188D4CFAB4F}" dt="2023-07-13T03:23:01.188" v="1614" actId="478"/>
          <ac:spMkLst>
            <pc:docMk/>
            <pc:sldMk cId="3610057808" sldId="258"/>
            <ac:spMk id="8" creationId="{2EC8F2F5-3B20-313F-E030-FA916AE53966}"/>
          </ac:spMkLst>
        </pc:spChg>
        <pc:spChg chg="add del">
          <ac:chgData name="s2001017【仙台広瀬】" userId="6ad112a8-f412-410c-8a0f-584406c8e747" providerId="ADAL" clId="{1AC41575-7ECC-42AD-B12B-D188D4CFAB4F}" dt="2023-07-13T03:23:00.734" v="1613" actId="478"/>
          <ac:spMkLst>
            <pc:docMk/>
            <pc:sldMk cId="3610057808" sldId="258"/>
            <ac:spMk id="9" creationId="{526705D3-09EF-3769-B049-367849981393}"/>
          </ac:spMkLst>
        </pc:spChg>
        <pc:spChg chg="add mod">
          <ac:chgData name="s2001017【仙台広瀬】" userId="6ad112a8-f412-410c-8a0f-584406c8e747" providerId="ADAL" clId="{1AC41575-7ECC-42AD-B12B-D188D4CFAB4F}" dt="2023-07-12T23:59:03.923" v="27" actId="1076"/>
          <ac:spMkLst>
            <pc:docMk/>
            <pc:sldMk cId="3610057808" sldId="258"/>
            <ac:spMk id="10" creationId="{18383D1E-A081-93FE-2798-B4203CFDADC6}"/>
          </ac:spMkLst>
        </pc:spChg>
        <pc:spChg chg="add mod">
          <ac:chgData name="s2001017【仙台広瀬】" userId="6ad112a8-f412-410c-8a0f-584406c8e747" providerId="ADAL" clId="{1AC41575-7ECC-42AD-B12B-D188D4CFAB4F}" dt="2023-07-12T23:59:06.336" v="29" actId="1076"/>
          <ac:spMkLst>
            <pc:docMk/>
            <pc:sldMk cId="3610057808" sldId="258"/>
            <ac:spMk id="11" creationId="{6CF0A67D-3C38-4A13-5E15-F3F2D8F4132E}"/>
          </ac:spMkLst>
        </pc:spChg>
        <pc:spChg chg="add mod">
          <ac:chgData name="s2001017【仙台広瀬】" userId="6ad112a8-f412-410c-8a0f-584406c8e747" providerId="ADAL" clId="{1AC41575-7ECC-42AD-B12B-D188D4CFAB4F}" dt="2023-07-13T00:55:36.233" v="69" actId="207"/>
          <ac:spMkLst>
            <pc:docMk/>
            <pc:sldMk cId="3610057808" sldId="258"/>
            <ac:spMk id="12" creationId="{0BBA2FB0-72D4-E286-2CCB-007C7D7708E2}"/>
          </ac:spMkLst>
        </pc:spChg>
        <pc:spChg chg="add mod">
          <ac:chgData name="s2001017【仙台広瀬】" userId="6ad112a8-f412-410c-8a0f-584406c8e747" providerId="ADAL" clId="{1AC41575-7ECC-42AD-B12B-D188D4CFAB4F}" dt="2023-07-13T00:55:50.975" v="79" actId="20577"/>
          <ac:spMkLst>
            <pc:docMk/>
            <pc:sldMk cId="3610057808" sldId="258"/>
            <ac:spMk id="13" creationId="{F7A9F1C0-4FEE-B17F-5E9E-3EBF76CAFD94}"/>
          </ac:spMkLst>
        </pc:spChg>
        <pc:spChg chg="add mod">
          <ac:chgData name="s2001017【仙台広瀬】" userId="6ad112a8-f412-410c-8a0f-584406c8e747" providerId="ADAL" clId="{1AC41575-7ECC-42AD-B12B-D188D4CFAB4F}" dt="2023-07-13T00:56:25.426" v="94" actId="20577"/>
          <ac:spMkLst>
            <pc:docMk/>
            <pc:sldMk cId="3610057808" sldId="258"/>
            <ac:spMk id="14" creationId="{2C6D6D57-F869-6BDC-BEEF-11296F56A90D}"/>
          </ac:spMkLst>
        </pc:spChg>
        <pc:spChg chg="add mod">
          <ac:chgData name="s2001017【仙台広瀬】" userId="6ad112a8-f412-410c-8a0f-584406c8e747" providerId="ADAL" clId="{1AC41575-7ECC-42AD-B12B-D188D4CFAB4F}" dt="2023-07-13T00:56:53.838" v="117" actId="20577"/>
          <ac:spMkLst>
            <pc:docMk/>
            <pc:sldMk cId="3610057808" sldId="258"/>
            <ac:spMk id="15" creationId="{17430856-1312-2600-1A57-14247ACCB119}"/>
          </ac:spMkLst>
        </pc:spChg>
        <pc:spChg chg="add del mod">
          <ac:chgData name="s2001017【仙台広瀬】" userId="6ad112a8-f412-410c-8a0f-584406c8e747" providerId="ADAL" clId="{1AC41575-7ECC-42AD-B12B-D188D4CFAB4F}" dt="2023-07-13T00:56:48.007" v="115"/>
          <ac:spMkLst>
            <pc:docMk/>
            <pc:sldMk cId="3610057808" sldId="258"/>
            <ac:spMk id="17" creationId="{B155E334-196F-6CEA-7430-98ED7D791CBF}"/>
          </ac:spMkLst>
        </pc:spChg>
        <pc:spChg chg="add del mod">
          <ac:chgData name="s2001017【仙台広瀬】" userId="6ad112a8-f412-410c-8a0f-584406c8e747" providerId="ADAL" clId="{1AC41575-7ECC-42AD-B12B-D188D4CFAB4F}" dt="2023-07-13T00:56:48.007" v="115"/>
          <ac:spMkLst>
            <pc:docMk/>
            <pc:sldMk cId="3610057808" sldId="258"/>
            <ac:spMk id="18" creationId="{E6F9D501-7B22-C29E-D6A0-77CADF747E14}"/>
          </ac:spMkLst>
        </pc:spChg>
        <pc:spChg chg="add del mod">
          <ac:chgData name="s2001017【仙台広瀬】" userId="6ad112a8-f412-410c-8a0f-584406c8e747" providerId="ADAL" clId="{1AC41575-7ECC-42AD-B12B-D188D4CFAB4F}" dt="2023-07-13T03:22:59.263" v="1609" actId="478"/>
          <ac:spMkLst>
            <pc:docMk/>
            <pc:sldMk cId="3610057808" sldId="258"/>
            <ac:spMk id="19" creationId="{F0E370BC-0D18-0F25-FA70-345D0BA78424}"/>
          </ac:spMkLst>
        </pc:spChg>
        <pc:spChg chg="mod">
          <ac:chgData name="s2001017【仙台広瀬】" userId="6ad112a8-f412-410c-8a0f-584406c8e747" providerId="ADAL" clId="{1AC41575-7ECC-42AD-B12B-D188D4CFAB4F}" dt="2023-07-13T03:23:01.594" v="1615" actId="20577"/>
          <ac:spMkLst>
            <pc:docMk/>
            <pc:sldMk cId="3610057808" sldId="258"/>
            <ac:spMk id="22" creationId="{5F17FE3C-5AFA-FF9A-25CF-4FC5DE504F2F}"/>
          </ac:spMkLst>
        </pc:spChg>
        <pc:spChg chg="mod">
          <ac:chgData name="s2001017【仙台広瀬】" userId="6ad112a8-f412-410c-8a0f-584406c8e747" providerId="ADAL" clId="{1AC41575-7ECC-42AD-B12B-D188D4CFAB4F}" dt="2023-07-13T01:08:58.039" v="154" actId="14100"/>
          <ac:spMkLst>
            <pc:docMk/>
            <pc:sldMk cId="3610057808" sldId="258"/>
            <ac:spMk id="24" creationId="{B3916EDC-E2C8-F8C7-092C-BEC419164EE3}"/>
          </ac:spMkLst>
        </pc:spChg>
        <pc:spChg chg="add del mod">
          <ac:chgData name="s2001017【仙台広瀬】" userId="6ad112a8-f412-410c-8a0f-584406c8e747" providerId="ADAL" clId="{1AC41575-7ECC-42AD-B12B-D188D4CFAB4F}" dt="2023-07-13T03:22:59.169" v="1608" actId="164"/>
          <ac:spMkLst>
            <pc:docMk/>
            <pc:sldMk cId="3610057808" sldId="258"/>
            <ac:spMk id="25" creationId="{1552C437-550D-0676-FD98-1ABC2C54AB3E}"/>
          </ac:spMkLst>
        </pc:spChg>
        <pc:spChg chg="add del mod">
          <ac:chgData name="s2001017【仙台広瀬】" userId="6ad112a8-f412-410c-8a0f-584406c8e747" providerId="ADAL" clId="{1AC41575-7ECC-42AD-B12B-D188D4CFAB4F}" dt="2023-07-13T00:57:16.334" v="124" actId="478"/>
          <ac:spMkLst>
            <pc:docMk/>
            <pc:sldMk cId="3610057808" sldId="258"/>
            <ac:spMk id="26" creationId="{0BD14119-85EA-C4B2-A807-33964B27A81F}"/>
          </ac:spMkLst>
        </pc:spChg>
        <pc:spChg chg="add mod">
          <ac:chgData name="s2001017【仙台広瀬】" userId="6ad112a8-f412-410c-8a0f-584406c8e747" providerId="ADAL" clId="{1AC41575-7ECC-42AD-B12B-D188D4CFAB4F}" dt="2023-07-13T00:57:22.198" v="126" actId="1076"/>
          <ac:spMkLst>
            <pc:docMk/>
            <pc:sldMk cId="3610057808" sldId="258"/>
            <ac:spMk id="27" creationId="{BBD0124F-9E27-FEBB-723C-910616FCB791}"/>
          </ac:spMkLst>
        </pc:spChg>
        <pc:spChg chg="add mod">
          <ac:chgData name="s2001017【仙台広瀬】" userId="6ad112a8-f412-410c-8a0f-584406c8e747" providerId="ADAL" clId="{1AC41575-7ECC-42AD-B12B-D188D4CFAB4F}" dt="2023-07-13T00:57:38.260" v="129" actId="1076"/>
          <ac:spMkLst>
            <pc:docMk/>
            <pc:sldMk cId="3610057808" sldId="258"/>
            <ac:spMk id="28" creationId="{0951338F-5B15-6FD8-4A39-5BF401830753}"/>
          </ac:spMkLst>
        </pc:spChg>
        <pc:grpChg chg="add mod">
          <ac:chgData name="s2001017【仙台広瀬】" userId="6ad112a8-f412-410c-8a0f-584406c8e747" providerId="ADAL" clId="{1AC41575-7ECC-42AD-B12B-D188D4CFAB4F}" dt="2023-07-13T03:22:59.169" v="1608" actId="164"/>
          <ac:grpSpMkLst>
            <pc:docMk/>
            <pc:sldMk cId="3610057808" sldId="258"/>
            <ac:grpSpMk id="2" creationId="{A0E6CC28-2A7E-E2AC-CA55-8C716A4D8F47}"/>
          </ac:grpSpMkLst>
        </pc:grpChg>
        <pc:grpChg chg="add del">
          <ac:chgData name="s2001017【仙台広瀬】" userId="6ad112a8-f412-410c-8a0f-584406c8e747" providerId="ADAL" clId="{1AC41575-7ECC-42AD-B12B-D188D4CFAB4F}" dt="2023-07-13T03:23:00.472" v="1612" actId="478"/>
          <ac:grpSpMkLst>
            <pc:docMk/>
            <pc:sldMk cId="3610057808" sldId="258"/>
            <ac:grpSpMk id="20" creationId="{550791C2-78C3-289E-A98E-8D986B405077}"/>
          </ac:grpSpMkLst>
        </pc:grpChg>
      </pc:sldChg>
      <pc:sldChg chg="addSp delSp modSp new mod">
        <pc:chgData name="s2001017【仙台広瀬】" userId="6ad112a8-f412-410c-8a0f-584406c8e747" providerId="ADAL" clId="{1AC41575-7ECC-42AD-B12B-D188D4CFAB4F}" dt="2023-07-13T02:01:11.614" v="721"/>
        <pc:sldMkLst>
          <pc:docMk/>
          <pc:sldMk cId="237592158" sldId="259"/>
        </pc:sldMkLst>
        <pc:spChg chg="del">
          <ac:chgData name="s2001017【仙台広瀬】" userId="6ad112a8-f412-410c-8a0f-584406c8e747" providerId="ADAL" clId="{1AC41575-7ECC-42AD-B12B-D188D4CFAB4F}" dt="2023-07-13T00:57:56.310" v="132" actId="478"/>
          <ac:spMkLst>
            <pc:docMk/>
            <pc:sldMk cId="237592158" sldId="259"/>
            <ac:spMk id="2" creationId="{255A1EC7-E5E0-AEFF-CC11-33F0BF1B2440}"/>
          </ac:spMkLst>
        </pc:spChg>
        <pc:spChg chg="add del mod">
          <ac:chgData name="s2001017【仙台広瀬】" userId="6ad112a8-f412-410c-8a0f-584406c8e747" providerId="ADAL" clId="{1AC41575-7ECC-42AD-B12B-D188D4CFAB4F}" dt="2023-07-13T01:56:48.487" v="628" actId="478"/>
          <ac:spMkLst>
            <pc:docMk/>
            <pc:sldMk cId="237592158" sldId="259"/>
            <ac:spMk id="2" creationId="{BBA845A5-166D-FA80-8218-42CB32E92526}"/>
          </ac:spMkLst>
        </pc:spChg>
        <pc:spChg chg="del">
          <ac:chgData name="s2001017【仙台広瀬】" userId="6ad112a8-f412-410c-8a0f-584406c8e747" providerId="ADAL" clId="{1AC41575-7ECC-42AD-B12B-D188D4CFAB4F}" dt="2023-07-13T00:57:57.204" v="133" actId="478"/>
          <ac:spMkLst>
            <pc:docMk/>
            <pc:sldMk cId="237592158" sldId="259"/>
            <ac:spMk id="3" creationId="{A257D8F2-EEB0-0611-6BB9-5AB38AD7E5A7}"/>
          </ac:spMkLst>
        </pc:spChg>
        <pc:spChg chg="add mod">
          <ac:chgData name="s2001017【仙台広瀬】" userId="6ad112a8-f412-410c-8a0f-584406c8e747" providerId="ADAL" clId="{1AC41575-7ECC-42AD-B12B-D188D4CFAB4F}" dt="2023-07-13T01:36:15.688" v="226" actId="164"/>
          <ac:spMkLst>
            <pc:docMk/>
            <pc:sldMk cId="237592158" sldId="259"/>
            <ac:spMk id="3" creationId="{C97A6103-2C10-0D43-CE23-C04E143BE19A}"/>
          </ac:spMkLst>
        </pc:spChg>
        <pc:spChg chg="add mod">
          <ac:chgData name="s2001017【仙台広瀬】" userId="6ad112a8-f412-410c-8a0f-584406c8e747" providerId="ADAL" clId="{1AC41575-7ECC-42AD-B12B-D188D4CFAB4F}" dt="2023-07-13T01:09:16.587" v="195" actId="20577"/>
          <ac:spMkLst>
            <pc:docMk/>
            <pc:sldMk cId="237592158" sldId="259"/>
            <ac:spMk id="4" creationId="{66342D05-4C03-7564-FB1D-6B33E79D1843}"/>
          </ac:spMkLst>
        </pc:spChg>
        <pc:spChg chg="add mod">
          <ac:chgData name="s2001017【仙台広瀬】" userId="6ad112a8-f412-410c-8a0f-584406c8e747" providerId="ADAL" clId="{1AC41575-7ECC-42AD-B12B-D188D4CFAB4F}" dt="2023-07-13T01:39:42.374" v="286" actId="20577"/>
          <ac:spMkLst>
            <pc:docMk/>
            <pc:sldMk cId="237592158" sldId="259"/>
            <ac:spMk id="5" creationId="{8BCD07CE-3AF2-B79A-424C-B12823770500}"/>
          </ac:spMkLst>
        </pc:spChg>
        <pc:spChg chg="add mod">
          <ac:chgData name="s2001017【仙台広瀬】" userId="6ad112a8-f412-410c-8a0f-584406c8e747" providerId="ADAL" clId="{1AC41575-7ECC-42AD-B12B-D188D4CFAB4F}" dt="2023-07-13T01:46:34.216" v="371" actId="1076"/>
          <ac:spMkLst>
            <pc:docMk/>
            <pc:sldMk cId="237592158" sldId="259"/>
            <ac:spMk id="6" creationId="{CBB1FDC6-7755-975E-3582-DC7F5C732DD5}"/>
          </ac:spMkLst>
        </pc:spChg>
        <pc:spChg chg="add del mod">
          <ac:chgData name="s2001017【仙台広瀬】" userId="6ad112a8-f412-410c-8a0f-584406c8e747" providerId="ADAL" clId="{1AC41575-7ECC-42AD-B12B-D188D4CFAB4F}" dt="2023-07-13T01:36:03.649" v="223"/>
          <ac:spMkLst>
            <pc:docMk/>
            <pc:sldMk cId="237592158" sldId="259"/>
            <ac:spMk id="7" creationId="{440791A3-CF35-6C0A-EEFC-43052C560F5D}"/>
          </ac:spMkLst>
        </pc:spChg>
        <pc:spChg chg="add del mod">
          <ac:chgData name="s2001017【仙台広瀬】" userId="6ad112a8-f412-410c-8a0f-584406c8e747" providerId="ADAL" clId="{1AC41575-7ECC-42AD-B12B-D188D4CFAB4F}" dt="2023-07-13T01:36:03.649" v="223"/>
          <ac:spMkLst>
            <pc:docMk/>
            <pc:sldMk cId="237592158" sldId="259"/>
            <ac:spMk id="8" creationId="{8A65460A-E7D0-4992-10A0-ECBDC7CDDC80}"/>
          </ac:spMkLst>
        </pc:spChg>
        <pc:spChg chg="mod">
          <ac:chgData name="s2001017【仙台広瀬】" userId="6ad112a8-f412-410c-8a0f-584406c8e747" providerId="ADAL" clId="{1AC41575-7ECC-42AD-B12B-D188D4CFAB4F}" dt="2023-07-13T01:36:20.204" v="228"/>
          <ac:spMkLst>
            <pc:docMk/>
            <pc:sldMk cId="237592158" sldId="259"/>
            <ac:spMk id="11" creationId="{37C32786-751C-6A7B-F3C5-D0B7C4E3A444}"/>
          </ac:spMkLst>
        </pc:spChg>
        <pc:spChg chg="mod">
          <ac:chgData name="s2001017【仙台広瀬】" userId="6ad112a8-f412-410c-8a0f-584406c8e747" providerId="ADAL" clId="{1AC41575-7ECC-42AD-B12B-D188D4CFAB4F}" dt="2023-07-13T01:38:02.103" v="232" actId="14100"/>
          <ac:spMkLst>
            <pc:docMk/>
            <pc:sldMk cId="237592158" sldId="259"/>
            <ac:spMk id="12" creationId="{27C21177-AD22-5E25-DF45-87E87E76329D}"/>
          </ac:spMkLst>
        </pc:spChg>
        <pc:spChg chg="mod">
          <ac:chgData name="s2001017【仙台広瀬】" userId="6ad112a8-f412-410c-8a0f-584406c8e747" providerId="ADAL" clId="{1AC41575-7ECC-42AD-B12B-D188D4CFAB4F}" dt="2023-07-13T01:38:05.341" v="234"/>
          <ac:spMkLst>
            <pc:docMk/>
            <pc:sldMk cId="237592158" sldId="259"/>
            <ac:spMk id="14" creationId="{EDBE35FD-06BA-FC77-EB06-B31A37271D94}"/>
          </ac:spMkLst>
        </pc:spChg>
        <pc:spChg chg="mod">
          <ac:chgData name="s2001017【仙台広瀬】" userId="6ad112a8-f412-410c-8a0f-584406c8e747" providerId="ADAL" clId="{1AC41575-7ECC-42AD-B12B-D188D4CFAB4F}" dt="2023-07-13T01:38:05.341" v="234"/>
          <ac:spMkLst>
            <pc:docMk/>
            <pc:sldMk cId="237592158" sldId="259"/>
            <ac:spMk id="15" creationId="{60141C63-8D9E-2B0E-2C2E-3C4BD48ABD2A}"/>
          </ac:spMkLst>
        </pc:spChg>
        <pc:spChg chg="mod">
          <ac:chgData name="s2001017【仙台広瀬】" userId="6ad112a8-f412-410c-8a0f-584406c8e747" providerId="ADAL" clId="{1AC41575-7ECC-42AD-B12B-D188D4CFAB4F}" dt="2023-07-13T01:38:56.566" v="255"/>
          <ac:spMkLst>
            <pc:docMk/>
            <pc:sldMk cId="237592158" sldId="259"/>
            <ac:spMk id="17" creationId="{A42385FF-C3CF-0837-3538-86AE085314E4}"/>
          </ac:spMkLst>
        </pc:spChg>
        <pc:spChg chg="mod">
          <ac:chgData name="s2001017【仙台広瀬】" userId="6ad112a8-f412-410c-8a0f-584406c8e747" providerId="ADAL" clId="{1AC41575-7ECC-42AD-B12B-D188D4CFAB4F}" dt="2023-07-13T01:38:56.566" v="255"/>
          <ac:spMkLst>
            <pc:docMk/>
            <pc:sldMk cId="237592158" sldId="259"/>
            <ac:spMk id="18" creationId="{F70799EC-302E-250E-7BE7-C123E9A3D2E5}"/>
          </ac:spMkLst>
        </pc:spChg>
        <pc:spChg chg="mod">
          <ac:chgData name="s2001017【仙台広瀬】" userId="6ad112a8-f412-410c-8a0f-584406c8e747" providerId="ADAL" clId="{1AC41575-7ECC-42AD-B12B-D188D4CFAB4F}" dt="2023-07-13T01:39:04.607" v="257"/>
          <ac:spMkLst>
            <pc:docMk/>
            <pc:sldMk cId="237592158" sldId="259"/>
            <ac:spMk id="20" creationId="{7EAD49A5-FA1B-70D8-0399-D995AF7A1F20}"/>
          </ac:spMkLst>
        </pc:spChg>
        <pc:spChg chg="mod">
          <ac:chgData name="s2001017【仙台広瀬】" userId="6ad112a8-f412-410c-8a0f-584406c8e747" providerId="ADAL" clId="{1AC41575-7ECC-42AD-B12B-D188D4CFAB4F}" dt="2023-07-13T01:39:45.361" v="289" actId="20577"/>
          <ac:spMkLst>
            <pc:docMk/>
            <pc:sldMk cId="237592158" sldId="259"/>
            <ac:spMk id="21" creationId="{A12FF7B1-BE42-31C4-B286-5829596852C2}"/>
          </ac:spMkLst>
        </pc:spChg>
        <pc:spChg chg="mod">
          <ac:chgData name="s2001017【仙台広瀬】" userId="6ad112a8-f412-410c-8a0f-584406c8e747" providerId="ADAL" clId="{1AC41575-7ECC-42AD-B12B-D188D4CFAB4F}" dt="2023-07-13T01:39:28.925" v="280"/>
          <ac:spMkLst>
            <pc:docMk/>
            <pc:sldMk cId="237592158" sldId="259"/>
            <ac:spMk id="23" creationId="{B861F7C1-6625-6FAA-1C1F-AFDD0DCF50BE}"/>
          </ac:spMkLst>
        </pc:spChg>
        <pc:spChg chg="mod">
          <ac:chgData name="s2001017【仙台広瀬】" userId="6ad112a8-f412-410c-8a0f-584406c8e747" providerId="ADAL" clId="{1AC41575-7ECC-42AD-B12B-D188D4CFAB4F}" dt="2023-07-13T01:39:50.881" v="295" actId="20577"/>
          <ac:spMkLst>
            <pc:docMk/>
            <pc:sldMk cId="237592158" sldId="259"/>
            <ac:spMk id="24" creationId="{AD9CD3E6-8850-53A5-C5C4-27223F22C141}"/>
          </ac:spMkLst>
        </pc:spChg>
        <pc:spChg chg="mod">
          <ac:chgData name="s2001017【仙台広瀬】" userId="6ad112a8-f412-410c-8a0f-584406c8e747" providerId="ADAL" clId="{1AC41575-7ECC-42AD-B12B-D188D4CFAB4F}" dt="2023-07-13T01:39:29.522" v="281"/>
          <ac:spMkLst>
            <pc:docMk/>
            <pc:sldMk cId="237592158" sldId="259"/>
            <ac:spMk id="26" creationId="{6B4654FF-74B6-1DA3-CE00-C78A817FD5F1}"/>
          </ac:spMkLst>
        </pc:spChg>
        <pc:spChg chg="mod">
          <ac:chgData name="s2001017【仙台広瀬】" userId="6ad112a8-f412-410c-8a0f-584406c8e747" providerId="ADAL" clId="{1AC41575-7ECC-42AD-B12B-D188D4CFAB4F}" dt="2023-07-13T01:39:47.792" v="292" actId="20577"/>
          <ac:spMkLst>
            <pc:docMk/>
            <pc:sldMk cId="237592158" sldId="259"/>
            <ac:spMk id="27" creationId="{51F75B84-2F6A-0FED-69AA-5A6AE102EA4A}"/>
          </ac:spMkLst>
        </pc:spChg>
        <pc:spChg chg="add del mod">
          <ac:chgData name="s2001017【仙台広瀬】" userId="6ad112a8-f412-410c-8a0f-584406c8e747" providerId="ADAL" clId="{1AC41575-7ECC-42AD-B12B-D188D4CFAB4F}" dt="2023-07-13T02:01:09.961" v="719" actId="478"/>
          <ac:spMkLst>
            <pc:docMk/>
            <pc:sldMk cId="237592158" sldId="259"/>
            <ac:spMk id="28" creationId="{F1509818-A74A-7E33-176D-B70E38CC0125}"/>
          </ac:spMkLst>
        </pc:spChg>
        <pc:spChg chg="add del mod">
          <ac:chgData name="s2001017【仙台広瀬】" userId="6ad112a8-f412-410c-8a0f-584406c8e747" providerId="ADAL" clId="{1AC41575-7ECC-42AD-B12B-D188D4CFAB4F}" dt="2023-07-13T02:01:10.799" v="720" actId="478"/>
          <ac:spMkLst>
            <pc:docMk/>
            <pc:sldMk cId="237592158" sldId="259"/>
            <ac:spMk id="29" creationId="{0A34DB20-F08C-0734-7DFC-8573A528BB19}"/>
          </ac:spMkLst>
        </pc:spChg>
        <pc:spChg chg="add mod ord">
          <ac:chgData name="s2001017【仙台広瀬】" userId="6ad112a8-f412-410c-8a0f-584406c8e747" providerId="ADAL" clId="{1AC41575-7ECC-42AD-B12B-D188D4CFAB4F}" dt="2023-07-13T01:56:51.596" v="629" actId="167"/>
          <ac:spMkLst>
            <pc:docMk/>
            <pc:sldMk cId="237592158" sldId="259"/>
            <ac:spMk id="30" creationId="{245D5393-4A15-0BAD-7D14-18E857DD8FD6}"/>
          </ac:spMkLst>
        </pc:spChg>
        <pc:spChg chg="add mod">
          <ac:chgData name="s2001017【仙台広瀬】" userId="6ad112a8-f412-410c-8a0f-584406c8e747" providerId="ADAL" clId="{1AC41575-7ECC-42AD-B12B-D188D4CFAB4F}" dt="2023-07-13T02:01:11.614" v="721"/>
          <ac:spMkLst>
            <pc:docMk/>
            <pc:sldMk cId="237592158" sldId="259"/>
            <ac:spMk id="31" creationId="{757F1DFB-5C38-9273-F7EA-8B39FE2F71E4}"/>
          </ac:spMkLst>
        </pc:spChg>
        <pc:spChg chg="add mod">
          <ac:chgData name="s2001017【仙台広瀬】" userId="6ad112a8-f412-410c-8a0f-584406c8e747" providerId="ADAL" clId="{1AC41575-7ECC-42AD-B12B-D188D4CFAB4F}" dt="2023-07-13T02:01:11.614" v="721"/>
          <ac:spMkLst>
            <pc:docMk/>
            <pc:sldMk cId="237592158" sldId="259"/>
            <ac:spMk id="32" creationId="{24265C3A-265C-A5A4-D156-D4809DFB1D9C}"/>
          </ac:spMkLst>
        </pc:spChg>
        <pc:grpChg chg="add mod">
          <ac:chgData name="s2001017【仙台広瀬】" userId="6ad112a8-f412-410c-8a0f-584406c8e747" providerId="ADAL" clId="{1AC41575-7ECC-42AD-B12B-D188D4CFAB4F}" dt="2023-07-13T01:39:10.764" v="278" actId="1037"/>
          <ac:grpSpMkLst>
            <pc:docMk/>
            <pc:sldMk cId="237592158" sldId="259"/>
            <ac:grpSpMk id="9" creationId="{9C284C2D-CAAA-A0CA-7378-49AFCB1465D0}"/>
          </ac:grpSpMkLst>
        </pc:grpChg>
        <pc:grpChg chg="add del mod">
          <ac:chgData name="s2001017【仙台広瀬】" userId="6ad112a8-f412-410c-8a0f-584406c8e747" providerId="ADAL" clId="{1AC41575-7ECC-42AD-B12B-D188D4CFAB4F}" dt="2023-07-13T01:38:03.352" v="233" actId="478"/>
          <ac:grpSpMkLst>
            <pc:docMk/>
            <pc:sldMk cId="237592158" sldId="259"/>
            <ac:grpSpMk id="10" creationId="{F84AEBB7-18E4-78DC-2CF1-8F14BB6D903F}"/>
          </ac:grpSpMkLst>
        </pc:grpChg>
        <pc:grpChg chg="add mod">
          <ac:chgData name="s2001017【仙台広瀬】" userId="6ad112a8-f412-410c-8a0f-584406c8e747" providerId="ADAL" clId="{1AC41575-7ECC-42AD-B12B-D188D4CFAB4F}" dt="2023-07-13T01:38:45.187" v="254" actId="1035"/>
          <ac:grpSpMkLst>
            <pc:docMk/>
            <pc:sldMk cId="237592158" sldId="259"/>
            <ac:grpSpMk id="13" creationId="{E1AF6DAA-D1BF-F491-1087-BC7B3BB14040}"/>
          </ac:grpSpMkLst>
        </pc:grpChg>
        <pc:grpChg chg="add mod">
          <ac:chgData name="s2001017【仙台広瀬】" userId="6ad112a8-f412-410c-8a0f-584406c8e747" providerId="ADAL" clId="{1AC41575-7ECC-42AD-B12B-D188D4CFAB4F}" dt="2023-07-13T01:39:10.764" v="278" actId="1037"/>
          <ac:grpSpMkLst>
            <pc:docMk/>
            <pc:sldMk cId="237592158" sldId="259"/>
            <ac:grpSpMk id="16" creationId="{2FA4E765-870B-37A8-55F7-08F8BFD21A80}"/>
          </ac:grpSpMkLst>
        </pc:grpChg>
        <pc:grpChg chg="add mod">
          <ac:chgData name="s2001017【仙台広瀬】" userId="6ad112a8-f412-410c-8a0f-584406c8e747" providerId="ADAL" clId="{1AC41575-7ECC-42AD-B12B-D188D4CFAB4F}" dt="2023-07-13T02:00:05.010" v="700" actId="1076"/>
          <ac:grpSpMkLst>
            <pc:docMk/>
            <pc:sldMk cId="237592158" sldId="259"/>
            <ac:grpSpMk id="19" creationId="{40274ECA-8052-1210-9B77-040B6E52741E}"/>
          </ac:grpSpMkLst>
        </pc:grpChg>
        <pc:grpChg chg="add mod">
          <ac:chgData name="s2001017【仙台広瀬】" userId="6ad112a8-f412-410c-8a0f-584406c8e747" providerId="ADAL" clId="{1AC41575-7ECC-42AD-B12B-D188D4CFAB4F}" dt="2023-07-13T01:39:36.557" v="283" actId="1076"/>
          <ac:grpSpMkLst>
            <pc:docMk/>
            <pc:sldMk cId="237592158" sldId="259"/>
            <ac:grpSpMk id="22" creationId="{4199C18B-CEA5-3EFC-00CF-390A11F6A6FD}"/>
          </ac:grpSpMkLst>
        </pc:grpChg>
        <pc:grpChg chg="add mod">
          <ac:chgData name="s2001017【仙台広瀬】" userId="6ad112a8-f412-410c-8a0f-584406c8e747" providerId="ADAL" clId="{1AC41575-7ECC-42AD-B12B-D188D4CFAB4F}" dt="2023-07-13T01:39:32.210" v="282" actId="1076"/>
          <ac:grpSpMkLst>
            <pc:docMk/>
            <pc:sldMk cId="237592158" sldId="259"/>
            <ac:grpSpMk id="25" creationId="{5CE72FD2-4120-B94B-943F-9C9C5CA57210}"/>
          </ac:grpSpMkLst>
        </pc:grpChg>
      </pc:sldChg>
      <pc:sldChg chg="addSp delSp modSp add del mod">
        <pc:chgData name="s2001017【仙台広瀬】" userId="6ad112a8-f412-410c-8a0f-584406c8e747" providerId="ADAL" clId="{1AC41575-7ECC-42AD-B12B-D188D4CFAB4F}" dt="2023-07-13T05:05:28.357" v="2129" actId="47"/>
        <pc:sldMkLst>
          <pc:docMk/>
          <pc:sldMk cId="3989509124" sldId="260"/>
        </pc:sldMkLst>
        <pc:spChg chg="add del">
          <ac:chgData name="s2001017【仙台広瀬】" userId="6ad112a8-f412-410c-8a0f-584406c8e747" providerId="ADAL" clId="{1AC41575-7ECC-42AD-B12B-D188D4CFAB4F}" dt="2023-07-13T01:56:28.256" v="621" actId="478"/>
          <ac:spMkLst>
            <pc:docMk/>
            <pc:sldMk cId="3989509124" sldId="260"/>
            <ac:spMk id="2" creationId="{BBA845A5-166D-FA80-8218-42CB32E92526}"/>
          </ac:spMkLst>
        </pc:spChg>
        <pc:spChg chg="mod">
          <ac:chgData name="s2001017【仙台広瀬】" userId="6ad112a8-f412-410c-8a0f-584406c8e747" providerId="ADAL" clId="{1AC41575-7ECC-42AD-B12B-D188D4CFAB4F}" dt="2023-07-13T01:40:10.588" v="320" actId="20577"/>
          <ac:spMkLst>
            <pc:docMk/>
            <pc:sldMk cId="3989509124" sldId="260"/>
            <ac:spMk id="4" creationId="{66342D05-4C03-7564-FB1D-6B33E79D1843}"/>
          </ac:spMkLst>
        </pc:spChg>
        <pc:spChg chg="del">
          <ac:chgData name="s2001017【仙台広瀬】" userId="6ad112a8-f412-410c-8a0f-584406c8e747" providerId="ADAL" clId="{1AC41575-7ECC-42AD-B12B-D188D4CFAB4F}" dt="2023-07-13T01:46:44.059" v="373" actId="478"/>
          <ac:spMkLst>
            <pc:docMk/>
            <pc:sldMk cId="3989509124" sldId="260"/>
            <ac:spMk id="6" creationId="{CBB1FDC6-7755-975E-3582-DC7F5C732DD5}"/>
          </ac:spMkLst>
        </pc:spChg>
        <pc:spChg chg="add mod">
          <ac:chgData name="s2001017【仙台広瀬】" userId="6ad112a8-f412-410c-8a0f-584406c8e747" providerId="ADAL" clId="{1AC41575-7ECC-42AD-B12B-D188D4CFAB4F}" dt="2023-07-13T02:00:27.157" v="706" actId="1076"/>
          <ac:spMkLst>
            <pc:docMk/>
            <pc:sldMk cId="3989509124" sldId="260"/>
            <ac:spMk id="7" creationId="{D992ED08-D1AC-2557-F3D6-4BAF45FCD514}"/>
          </ac:spMkLst>
        </pc:spChg>
        <pc:spChg chg="add del mod">
          <ac:chgData name="s2001017【仙台広瀬】" userId="6ad112a8-f412-410c-8a0f-584406c8e747" providerId="ADAL" clId="{1AC41575-7ECC-42AD-B12B-D188D4CFAB4F}" dt="2023-07-13T01:41:17.654" v="355" actId="478"/>
          <ac:spMkLst>
            <pc:docMk/>
            <pc:sldMk cId="3989509124" sldId="260"/>
            <ac:spMk id="8" creationId="{C90FD763-43F2-AD01-A7C3-93FF4CEE69C2}"/>
          </ac:spMkLst>
        </pc:spChg>
        <pc:spChg chg="add del mod">
          <ac:chgData name="s2001017【仙台広瀬】" userId="6ad112a8-f412-410c-8a0f-584406c8e747" providerId="ADAL" clId="{1AC41575-7ECC-42AD-B12B-D188D4CFAB4F}" dt="2023-07-13T01:41:18.919" v="356" actId="478"/>
          <ac:spMkLst>
            <pc:docMk/>
            <pc:sldMk cId="3989509124" sldId="260"/>
            <ac:spMk id="10" creationId="{CCA41F75-6FB0-B6EC-F20E-D1A6F455B33F}"/>
          </ac:spMkLst>
        </pc:spChg>
        <pc:spChg chg="add del mod">
          <ac:chgData name="s2001017【仙台広瀬】" userId="6ad112a8-f412-410c-8a0f-584406c8e747" providerId="ADAL" clId="{1AC41575-7ECC-42AD-B12B-D188D4CFAB4F}" dt="2023-07-13T02:00:46.740" v="713" actId="478"/>
          <ac:spMkLst>
            <pc:docMk/>
            <pc:sldMk cId="3989509124" sldId="260"/>
            <ac:spMk id="11" creationId="{5AB89CCD-721A-0A4F-A06E-A73B70ADB90E}"/>
          </ac:spMkLst>
        </pc:spChg>
        <pc:spChg chg="add del mod">
          <ac:chgData name="s2001017【仙台広瀬】" userId="6ad112a8-f412-410c-8a0f-584406c8e747" providerId="ADAL" clId="{1AC41575-7ECC-42AD-B12B-D188D4CFAB4F}" dt="2023-07-13T02:00:46.205" v="712" actId="478"/>
          <ac:spMkLst>
            <pc:docMk/>
            <pc:sldMk cId="3989509124" sldId="260"/>
            <ac:spMk id="12" creationId="{5C1CC3CD-4899-FDE5-58EC-56E36F2AB91B}"/>
          </ac:spMkLst>
        </pc:spChg>
        <pc:spChg chg="mod topLvl">
          <ac:chgData name="s2001017【仙台広瀬】" userId="6ad112a8-f412-410c-8a0f-584406c8e747" providerId="ADAL" clId="{1AC41575-7ECC-42AD-B12B-D188D4CFAB4F}" dt="2023-07-13T02:00:23.788" v="705" actId="14100"/>
          <ac:spMkLst>
            <pc:docMk/>
            <pc:sldMk cId="3989509124" sldId="260"/>
            <ac:spMk id="17" creationId="{A42385FF-C3CF-0837-3538-86AE085314E4}"/>
          </ac:spMkLst>
        </pc:spChg>
        <pc:spChg chg="del topLvl">
          <ac:chgData name="s2001017【仙台広瀬】" userId="6ad112a8-f412-410c-8a0f-584406c8e747" providerId="ADAL" clId="{1AC41575-7ECC-42AD-B12B-D188D4CFAB4F}" dt="2023-07-13T01:40:26.456" v="325" actId="478"/>
          <ac:spMkLst>
            <pc:docMk/>
            <pc:sldMk cId="3989509124" sldId="260"/>
            <ac:spMk id="18" creationId="{F70799EC-302E-250E-7BE7-C123E9A3D2E5}"/>
          </ac:spMkLst>
        </pc:spChg>
        <pc:spChg chg="add del mod">
          <ac:chgData name="s2001017【仙台広瀬】" userId="6ad112a8-f412-410c-8a0f-584406c8e747" providerId="ADAL" clId="{1AC41575-7ECC-42AD-B12B-D188D4CFAB4F}" dt="2023-07-13T02:00:30.709" v="707" actId="478"/>
          <ac:spMkLst>
            <pc:docMk/>
            <pc:sldMk cId="3989509124" sldId="260"/>
            <ac:spMk id="28" creationId="{B04A05DE-679B-EAC9-C678-186E9B6C683E}"/>
          </ac:spMkLst>
        </pc:spChg>
        <pc:spChg chg="add del mod">
          <ac:chgData name="s2001017【仙台広瀬】" userId="6ad112a8-f412-410c-8a0f-584406c8e747" providerId="ADAL" clId="{1AC41575-7ECC-42AD-B12B-D188D4CFAB4F}" dt="2023-07-13T02:00:31.577" v="708" actId="478"/>
          <ac:spMkLst>
            <pc:docMk/>
            <pc:sldMk cId="3989509124" sldId="260"/>
            <ac:spMk id="29" creationId="{58DA4279-67B0-EFC2-1808-6AF45A199C45}"/>
          </ac:spMkLst>
        </pc:spChg>
        <pc:spChg chg="add del mod">
          <ac:chgData name="s2001017【仙台広瀬】" userId="6ad112a8-f412-410c-8a0f-584406c8e747" providerId="ADAL" clId="{1AC41575-7ECC-42AD-B12B-D188D4CFAB4F}" dt="2023-07-13T02:00:57.130" v="716" actId="478"/>
          <ac:spMkLst>
            <pc:docMk/>
            <pc:sldMk cId="3989509124" sldId="260"/>
            <ac:spMk id="30" creationId="{F826DF24-372F-716E-35C0-58C35C25FD75}"/>
          </ac:spMkLst>
        </pc:spChg>
        <pc:spChg chg="add del mod">
          <ac:chgData name="s2001017【仙台広瀬】" userId="6ad112a8-f412-410c-8a0f-584406c8e747" providerId="ADAL" clId="{1AC41575-7ECC-42AD-B12B-D188D4CFAB4F}" dt="2023-07-13T01:56:36.312" v="625" actId="478"/>
          <ac:spMkLst>
            <pc:docMk/>
            <pc:sldMk cId="3989509124" sldId="260"/>
            <ac:spMk id="31" creationId="{6FEE40FE-F30A-01BF-7E11-97C6524D4832}"/>
          </ac:spMkLst>
        </pc:spChg>
        <pc:spChg chg="add mod">
          <ac:chgData name="s2001017【仙台広瀬】" userId="6ad112a8-f412-410c-8a0f-584406c8e747" providerId="ADAL" clId="{1AC41575-7ECC-42AD-B12B-D188D4CFAB4F}" dt="2023-07-13T01:46:40.643" v="372"/>
          <ac:spMkLst>
            <pc:docMk/>
            <pc:sldMk cId="3989509124" sldId="260"/>
            <ac:spMk id="32" creationId="{C96DC5EE-8377-6D78-25DD-168E238C0A61}"/>
          </ac:spMkLst>
        </pc:spChg>
        <pc:spChg chg="add del mod ord">
          <ac:chgData name="s2001017【仙台広瀬】" userId="6ad112a8-f412-410c-8a0f-584406c8e747" providerId="ADAL" clId="{1AC41575-7ECC-42AD-B12B-D188D4CFAB4F}" dt="2023-07-13T01:56:06.403" v="618"/>
          <ac:spMkLst>
            <pc:docMk/>
            <pc:sldMk cId="3989509124" sldId="260"/>
            <ac:spMk id="33" creationId="{111DECED-09D1-4E81-34E3-90ECCFD43CB1}"/>
          </ac:spMkLst>
        </pc:spChg>
        <pc:spChg chg="add mod ord">
          <ac:chgData name="s2001017【仙台広瀬】" userId="6ad112a8-f412-410c-8a0f-584406c8e747" providerId="ADAL" clId="{1AC41575-7ECC-42AD-B12B-D188D4CFAB4F}" dt="2023-07-13T04:52:38.965" v="1991" actId="207"/>
          <ac:spMkLst>
            <pc:docMk/>
            <pc:sldMk cId="3989509124" sldId="260"/>
            <ac:spMk id="34" creationId="{6C59BD84-D81F-A100-5969-8AB8B1B030C1}"/>
          </ac:spMkLst>
        </pc:spChg>
        <pc:spChg chg="add mod">
          <ac:chgData name="s2001017【仙台広瀬】" userId="6ad112a8-f412-410c-8a0f-584406c8e747" providerId="ADAL" clId="{1AC41575-7ECC-42AD-B12B-D188D4CFAB4F}" dt="2023-07-13T01:56:39.116" v="626" actId="1076"/>
          <ac:spMkLst>
            <pc:docMk/>
            <pc:sldMk cId="3989509124" sldId="260"/>
            <ac:spMk id="35" creationId="{7FD04B31-51BE-6B78-1AAC-83EA8584F715}"/>
          </ac:spMkLst>
        </pc:spChg>
        <pc:spChg chg="add mod">
          <ac:chgData name="s2001017【仙台広瀬】" userId="6ad112a8-f412-410c-8a0f-584406c8e747" providerId="ADAL" clId="{1AC41575-7ECC-42AD-B12B-D188D4CFAB4F}" dt="2023-07-13T02:00:35.746" v="710" actId="1076"/>
          <ac:spMkLst>
            <pc:docMk/>
            <pc:sldMk cId="3989509124" sldId="260"/>
            <ac:spMk id="36" creationId="{D45E575E-05DF-EF41-D557-FDDB3C867B13}"/>
          </ac:spMkLst>
        </pc:spChg>
        <pc:spChg chg="add mod">
          <ac:chgData name="s2001017【仙台広瀬】" userId="6ad112a8-f412-410c-8a0f-584406c8e747" providerId="ADAL" clId="{1AC41575-7ECC-42AD-B12B-D188D4CFAB4F}" dt="2023-07-13T02:00:41.811" v="711" actId="688"/>
          <ac:spMkLst>
            <pc:docMk/>
            <pc:sldMk cId="3989509124" sldId="260"/>
            <ac:spMk id="37" creationId="{0DE50647-E0A8-D35C-7966-EE9109DEE375}"/>
          </ac:spMkLst>
        </pc:spChg>
        <pc:spChg chg="add del mod">
          <ac:chgData name="s2001017【仙台広瀬】" userId="6ad112a8-f412-410c-8a0f-584406c8e747" providerId="ADAL" clId="{1AC41575-7ECC-42AD-B12B-D188D4CFAB4F}" dt="2023-07-13T04:52:33.168" v="1988" actId="478"/>
          <ac:spMkLst>
            <pc:docMk/>
            <pc:sldMk cId="3989509124" sldId="260"/>
            <ac:spMk id="38" creationId="{29289AEE-0559-866A-4AAC-FC5654D4957E}"/>
          </ac:spMkLst>
        </pc:spChg>
        <pc:spChg chg="add mod">
          <ac:chgData name="s2001017【仙台広瀬】" userId="6ad112a8-f412-410c-8a0f-584406c8e747" providerId="ADAL" clId="{1AC41575-7ECC-42AD-B12B-D188D4CFAB4F}" dt="2023-07-13T04:53:43.554" v="1997" actId="688"/>
          <ac:spMkLst>
            <pc:docMk/>
            <pc:sldMk cId="3989509124" sldId="260"/>
            <ac:spMk id="39" creationId="{C5D00415-565F-3DD2-2638-8709B7011F5D}"/>
          </ac:spMkLst>
        </pc:spChg>
        <pc:spChg chg="add mod">
          <ac:chgData name="s2001017【仙台広瀬】" userId="6ad112a8-f412-410c-8a0f-584406c8e747" providerId="ADAL" clId="{1AC41575-7ECC-42AD-B12B-D188D4CFAB4F}" dt="2023-07-13T02:01:01.507" v="718" actId="1076"/>
          <ac:spMkLst>
            <pc:docMk/>
            <pc:sldMk cId="3989509124" sldId="260"/>
            <ac:spMk id="40" creationId="{D39AE717-8742-8214-0EAB-604FA0CDD955}"/>
          </ac:spMkLst>
        </pc:spChg>
        <pc:grpChg chg="del">
          <ac:chgData name="s2001017【仙台広瀬】" userId="6ad112a8-f412-410c-8a0f-584406c8e747" providerId="ADAL" clId="{1AC41575-7ECC-42AD-B12B-D188D4CFAB4F}" dt="2023-07-13T01:40:19.564" v="323" actId="478"/>
          <ac:grpSpMkLst>
            <pc:docMk/>
            <pc:sldMk cId="3989509124" sldId="260"/>
            <ac:grpSpMk id="9" creationId="{9C284C2D-CAAA-A0CA-7378-49AFCB1465D0}"/>
          </ac:grpSpMkLst>
        </pc:grpChg>
        <pc:grpChg chg="del">
          <ac:chgData name="s2001017【仙台広瀬】" userId="6ad112a8-f412-410c-8a0f-584406c8e747" providerId="ADAL" clId="{1AC41575-7ECC-42AD-B12B-D188D4CFAB4F}" dt="2023-07-13T04:52:34.645" v="1989" actId="478"/>
          <ac:grpSpMkLst>
            <pc:docMk/>
            <pc:sldMk cId="3989509124" sldId="260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1:40:26.456" v="325" actId="478"/>
          <ac:grpSpMkLst>
            <pc:docMk/>
            <pc:sldMk cId="3989509124" sldId="260"/>
            <ac:grpSpMk id="16" creationId="{2FA4E765-870B-37A8-55F7-08F8BFD21A80}"/>
          </ac:grpSpMkLst>
        </pc:grpChg>
        <pc:grpChg chg="del">
          <ac:chgData name="s2001017【仙台広瀬】" userId="6ad112a8-f412-410c-8a0f-584406c8e747" providerId="ADAL" clId="{1AC41575-7ECC-42AD-B12B-D188D4CFAB4F}" dt="2023-07-13T01:40:20.728" v="324" actId="478"/>
          <ac:grpSpMkLst>
            <pc:docMk/>
            <pc:sldMk cId="3989509124" sldId="260"/>
            <ac:grpSpMk id="19" creationId="{40274ECA-8052-1210-9B77-040B6E52741E}"/>
          </ac:grpSpMkLst>
        </pc:grpChg>
        <pc:grpChg chg="del">
          <ac:chgData name="s2001017【仙台広瀬】" userId="6ad112a8-f412-410c-8a0f-584406c8e747" providerId="ADAL" clId="{1AC41575-7ECC-42AD-B12B-D188D4CFAB4F}" dt="2023-07-13T01:40:17.373" v="322" actId="478"/>
          <ac:grpSpMkLst>
            <pc:docMk/>
            <pc:sldMk cId="3989509124" sldId="260"/>
            <ac:grpSpMk id="22" creationId="{4199C18B-CEA5-3EFC-00CF-390A11F6A6FD}"/>
          </ac:grpSpMkLst>
        </pc:grpChg>
        <pc:grpChg chg="del">
          <ac:chgData name="s2001017【仙台広瀬】" userId="6ad112a8-f412-410c-8a0f-584406c8e747" providerId="ADAL" clId="{1AC41575-7ECC-42AD-B12B-D188D4CFAB4F}" dt="2023-07-13T01:40:14.593" v="321" actId="478"/>
          <ac:grpSpMkLst>
            <pc:docMk/>
            <pc:sldMk cId="3989509124" sldId="260"/>
            <ac:grpSpMk id="25" creationId="{5CE72FD2-4120-B94B-943F-9C9C5CA57210}"/>
          </ac:grpSpMkLst>
        </pc:grpChg>
      </pc:sldChg>
      <pc:sldChg chg="addSp delSp modSp add mod">
        <pc:chgData name="s2001017【仙台広瀬】" userId="6ad112a8-f412-410c-8a0f-584406c8e747" providerId="ADAL" clId="{1AC41575-7ECC-42AD-B12B-D188D4CFAB4F}" dt="2023-07-13T02:25:47.852" v="1152" actId="1037"/>
        <pc:sldMkLst>
          <pc:docMk/>
          <pc:sldMk cId="2617642328" sldId="261"/>
        </pc:sldMkLst>
        <pc:spChg chg="mod">
          <ac:chgData name="s2001017【仙台広瀬】" userId="6ad112a8-f412-410c-8a0f-584406c8e747" providerId="ADAL" clId="{1AC41575-7ECC-42AD-B12B-D188D4CFAB4F}" dt="2023-07-13T01:56:12.516" v="619" actId="14100"/>
          <ac:spMkLst>
            <pc:docMk/>
            <pc:sldMk cId="2617642328" sldId="261"/>
            <ac:spMk id="2" creationId="{BBA845A5-166D-FA80-8218-42CB32E92526}"/>
          </ac:spMkLst>
        </pc:spChg>
        <pc:spChg chg="add mod">
          <ac:chgData name="s2001017【仙台広瀬】" userId="6ad112a8-f412-410c-8a0f-584406c8e747" providerId="ADAL" clId="{1AC41575-7ECC-42AD-B12B-D188D4CFAB4F}" dt="2023-07-13T01:52:06.556" v="504" actId="255"/>
          <ac:spMkLst>
            <pc:docMk/>
            <pc:sldMk cId="2617642328" sldId="261"/>
            <ac:spMk id="3" creationId="{5D1B664E-3EA5-B911-A53E-E5578306F77B}"/>
          </ac:spMkLst>
        </pc:spChg>
        <pc:spChg chg="mod">
          <ac:chgData name="s2001017【仙台広瀬】" userId="6ad112a8-f412-410c-8a0f-584406c8e747" providerId="ADAL" clId="{1AC41575-7ECC-42AD-B12B-D188D4CFAB4F}" dt="2023-07-13T01:49:12.269" v="445" actId="20577"/>
          <ac:spMkLst>
            <pc:docMk/>
            <pc:sldMk cId="2617642328" sldId="261"/>
            <ac:spMk id="4" creationId="{66342D05-4C03-7564-FB1D-6B33E79D1843}"/>
          </ac:spMkLst>
        </pc:spChg>
        <pc:spChg chg="add del mod">
          <ac:chgData name="s2001017【仙台広瀬】" userId="6ad112a8-f412-410c-8a0f-584406c8e747" providerId="ADAL" clId="{1AC41575-7ECC-42AD-B12B-D188D4CFAB4F}" dt="2023-07-13T01:51:31.090" v="495"/>
          <ac:spMkLst>
            <pc:docMk/>
            <pc:sldMk cId="2617642328" sldId="261"/>
            <ac:spMk id="5" creationId="{ACF7B9B3-F29E-5C76-800A-F4280C53B58C}"/>
          </ac:spMkLst>
        </pc:spChg>
        <pc:spChg chg="add mod">
          <ac:chgData name="s2001017【仙台広瀬】" userId="6ad112a8-f412-410c-8a0f-584406c8e747" providerId="ADAL" clId="{1AC41575-7ECC-42AD-B12B-D188D4CFAB4F}" dt="2023-07-13T01:51:29.915" v="494" actId="571"/>
          <ac:spMkLst>
            <pc:docMk/>
            <pc:sldMk cId="2617642328" sldId="261"/>
            <ac:spMk id="6" creationId="{FFA5CD04-7A1D-C5BB-C063-83A6F0995440}"/>
          </ac:spMkLst>
        </pc:spChg>
        <pc:spChg chg="del">
          <ac:chgData name="s2001017【仙台広瀬】" userId="6ad112a8-f412-410c-8a0f-584406c8e747" providerId="ADAL" clId="{1AC41575-7ECC-42AD-B12B-D188D4CFAB4F}" dt="2023-07-13T01:47:08.270" v="379" actId="478"/>
          <ac:spMkLst>
            <pc:docMk/>
            <pc:sldMk cId="2617642328" sldId="261"/>
            <ac:spMk id="7" creationId="{D992ED08-D1AC-2557-F3D6-4BAF45FCD514}"/>
          </ac:spMkLst>
        </pc:spChg>
        <pc:spChg chg="mod">
          <ac:chgData name="s2001017【仙台広瀬】" userId="6ad112a8-f412-410c-8a0f-584406c8e747" providerId="ADAL" clId="{1AC41575-7ECC-42AD-B12B-D188D4CFAB4F}" dt="2023-07-13T01:51:51.909" v="501"/>
          <ac:spMkLst>
            <pc:docMk/>
            <pc:sldMk cId="2617642328" sldId="261"/>
            <ac:spMk id="10" creationId="{C47BBB60-DE52-8DF8-AD01-04EFCB52B4D6}"/>
          </ac:spMkLst>
        </pc:spChg>
        <pc:spChg chg="del">
          <ac:chgData name="s2001017【仙台広瀬】" userId="6ad112a8-f412-410c-8a0f-584406c8e747" providerId="ADAL" clId="{1AC41575-7ECC-42AD-B12B-D188D4CFAB4F}" dt="2023-07-13T02:01:15.476" v="723" actId="478"/>
          <ac:spMkLst>
            <pc:docMk/>
            <pc:sldMk cId="2617642328" sldId="261"/>
            <ac:spMk id="11" creationId="{5AB89CCD-721A-0A4F-A06E-A73B70ADB90E}"/>
          </ac:spMkLst>
        </pc:spChg>
        <pc:spChg chg="del">
          <ac:chgData name="s2001017【仙台広瀬】" userId="6ad112a8-f412-410c-8a0f-584406c8e747" providerId="ADAL" clId="{1AC41575-7ECC-42AD-B12B-D188D4CFAB4F}" dt="2023-07-13T02:01:15" v="722" actId="478"/>
          <ac:spMkLst>
            <pc:docMk/>
            <pc:sldMk cId="2617642328" sldId="261"/>
            <ac:spMk id="12" creationId="{5C1CC3CD-4899-FDE5-58EC-56E36F2AB91B}"/>
          </ac:spMkLst>
        </pc:spChg>
        <pc:spChg chg="mod">
          <ac:chgData name="s2001017【仙台広瀬】" userId="6ad112a8-f412-410c-8a0f-584406c8e747" providerId="ADAL" clId="{1AC41575-7ECC-42AD-B12B-D188D4CFAB4F}" dt="2023-07-13T01:51:51.909" v="501"/>
          <ac:spMkLst>
            <pc:docMk/>
            <pc:sldMk cId="2617642328" sldId="261"/>
            <ac:spMk id="16" creationId="{244D3353-C9D2-45BA-A957-636C39C32BAA}"/>
          </ac:spMkLst>
        </pc:spChg>
        <pc:spChg chg="mod">
          <ac:chgData name="s2001017【仙台広瀬】" userId="6ad112a8-f412-410c-8a0f-584406c8e747" providerId="ADAL" clId="{1AC41575-7ECC-42AD-B12B-D188D4CFAB4F}" dt="2023-07-13T01:51:50.368" v="500" actId="164"/>
          <ac:spMkLst>
            <pc:docMk/>
            <pc:sldMk cId="2617642328" sldId="261"/>
            <ac:spMk id="17" creationId="{A42385FF-C3CF-0837-3538-86AE085314E4}"/>
          </ac:spMkLst>
        </pc:spChg>
        <pc:spChg chg="mod">
          <ac:chgData name="s2001017【仙台広瀬】" userId="6ad112a8-f412-410c-8a0f-584406c8e747" providerId="ADAL" clId="{1AC41575-7ECC-42AD-B12B-D188D4CFAB4F}" dt="2023-07-13T01:52:16.930" v="506"/>
          <ac:spMkLst>
            <pc:docMk/>
            <pc:sldMk cId="2617642328" sldId="261"/>
            <ac:spMk id="19" creationId="{EE10FEC7-2390-E6D7-6804-17C7A2BD2030}"/>
          </ac:spMkLst>
        </pc:spChg>
        <pc:spChg chg="mod">
          <ac:chgData name="s2001017【仙台広瀬】" userId="6ad112a8-f412-410c-8a0f-584406c8e747" providerId="ADAL" clId="{1AC41575-7ECC-42AD-B12B-D188D4CFAB4F}" dt="2023-07-13T01:52:16.930" v="506"/>
          <ac:spMkLst>
            <pc:docMk/>
            <pc:sldMk cId="2617642328" sldId="261"/>
            <ac:spMk id="20" creationId="{EA73AC3E-9082-F7E2-4034-3A75DF75377C}"/>
          </ac:spMkLst>
        </pc:spChg>
        <pc:spChg chg="mod">
          <ac:chgData name="s2001017【仙台広瀬】" userId="6ad112a8-f412-410c-8a0f-584406c8e747" providerId="ADAL" clId="{1AC41575-7ECC-42AD-B12B-D188D4CFAB4F}" dt="2023-07-13T01:52:49.301" v="511"/>
          <ac:spMkLst>
            <pc:docMk/>
            <pc:sldMk cId="2617642328" sldId="261"/>
            <ac:spMk id="22" creationId="{37730921-ADAF-1AC8-860E-5E93556B6E7F}"/>
          </ac:spMkLst>
        </pc:spChg>
        <pc:spChg chg="mod">
          <ac:chgData name="s2001017【仙台広瀬】" userId="6ad112a8-f412-410c-8a0f-584406c8e747" providerId="ADAL" clId="{1AC41575-7ECC-42AD-B12B-D188D4CFAB4F}" dt="2023-07-13T01:52:49.301" v="511"/>
          <ac:spMkLst>
            <pc:docMk/>
            <pc:sldMk cId="2617642328" sldId="261"/>
            <ac:spMk id="23" creationId="{F0B9500B-C943-5D80-E9D2-A436413208FA}"/>
          </ac:spMkLst>
        </pc:spChg>
        <pc:spChg chg="mod topLvl">
          <ac:chgData name="s2001017【仙台広瀬】" userId="6ad112a8-f412-410c-8a0f-584406c8e747" providerId="ADAL" clId="{1AC41575-7ECC-42AD-B12B-D188D4CFAB4F}" dt="2023-07-13T01:57:52.468" v="645" actId="14100"/>
          <ac:spMkLst>
            <pc:docMk/>
            <pc:sldMk cId="2617642328" sldId="261"/>
            <ac:spMk id="25" creationId="{938FE8C3-04AA-14DF-2DA0-DC7B01E4CBBF}"/>
          </ac:spMkLst>
        </pc:spChg>
        <pc:spChg chg="mod topLvl">
          <ac:chgData name="s2001017【仙台広瀬】" userId="6ad112a8-f412-410c-8a0f-584406c8e747" providerId="ADAL" clId="{1AC41575-7ECC-42AD-B12B-D188D4CFAB4F}" dt="2023-07-13T02:25:14.442" v="1128" actId="1076"/>
          <ac:spMkLst>
            <pc:docMk/>
            <pc:sldMk cId="2617642328" sldId="261"/>
            <ac:spMk id="26" creationId="{700577C7-AECC-8E8C-98C4-BD5E148D504F}"/>
          </ac:spMkLst>
        </pc:spChg>
        <pc:spChg chg="del">
          <ac:chgData name="s2001017【仙台広瀬】" userId="6ad112a8-f412-410c-8a0f-584406c8e747" providerId="ADAL" clId="{1AC41575-7ECC-42AD-B12B-D188D4CFAB4F}" dt="2023-07-13T01:47:00.410" v="376" actId="478"/>
          <ac:spMkLst>
            <pc:docMk/>
            <pc:sldMk cId="2617642328" sldId="261"/>
            <ac:spMk id="28" creationId="{B04A05DE-679B-EAC9-C678-186E9B6C683E}"/>
          </ac:spMkLst>
        </pc:spChg>
        <pc:spChg chg="del">
          <ac:chgData name="s2001017【仙台広瀬】" userId="6ad112a8-f412-410c-8a0f-584406c8e747" providerId="ADAL" clId="{1AC41575-7ECC-42AD-B12B-D188D4CFAB4F}" dt="2023-07-13T01:47:04.008" v="378" actId="478"/>
          <ac:spMkLst>
            <pc:docMk/>
            <pc:sldMk cId="2617642328" sldId="261"/>
            <ac:spMk id="29" creationId="{58DA4279-67B0-EFC2-1808-6AF45A199C45}"/>
          </ac:spMkLst>
        </pc:spChg>
        <pc:spChg chg="del">
          <ac:chgData name="s2001017【仙台広瀬】" userId="6ad112a8-f412-410c-8a0f-584406c8e747" providerId="ADAL" clId="{1AC41575-7ECC-42AD-B12B-D188D4CFAB4F}" dt="2023-07-13T01:46:58.647" v="375" actId="478"/>
          <ac:spMkLst>
            <pc:docMk/>
            <pc:sldMk cId="2617642328" sldId="261"/>
            <ac:spMk id="30" creationId="{F826DF24-372F-716E-35C0-58C35C25FD75}"/>
          </ac:spMkLst>
        </pc:spChg>
        <pc:spChg chg="del">
          <ac:chgData name="s2001017【仙台広瀬】" userId="6ad112a8-f412-410c-8a0f-584406c8e747" providerId="ADAL" clId="{1AC41575-7ECC-42AD-B12B-D188D4CFAB4F}" dt="2023-07-13T01:47:01.119" v="377" actId="478"/>
          <ac:spMkLst>
            <pc:docMk/>
            <pc:sldMk cId="2617642328" sldId="261"/>
            <ac:spMk id="31" creationId="{6FEE40FE-F30A-01BF-7E11-97C6524D4832}"/>
          </ac:spMkLst>
        </pc:spChg>
        <pc:spChg chg="mod">
          <ac:chgData name="s2001017【仙台広瀬】" userId="6ad112a8-f412-410c-8a0f-584406c8e747" providerId="ADAL" clId="{1AC41575-7ECC-42AD-B12B-D188D4CFAB4F}" dt="2023-07-13T01:54:27.503" v="579"/>
          <ac:spMkLst>
            <pc:docMk/>
            <pc:sldMk cId="2617642328" sldId="261"/>
            <ac:spMk id="36" creationId="{ED85858D-BEF1-3561-761A-44A01AA51FCB}"/>
          </ac:spMkLst>
        </pc:spChg>
        <pc:spChg chg="mod">
          <ac:chgData name="s2001017【仙台広瀬】" userId="6ad112a8-f412-410c-8a0f-584406c8e747" providerId="ADAL" clId="{1AC41575-7ECC-42AD-B12B-D188D4CFAB4F}" dt="2023-07-13T01:57:09.356" v="631"/>
          <ac:spMkLst>
            <pc:docMk/>
            <pc:sldMk cId="2617642328" sldId="261"/>
            <ac:spMk id="41" creationId="{F0B3D1F7-6C97-364B-BA5A-3C9ED63081E0}"/>
          </ac:spMkLst>
        </pc:spChg>
        <pc:spChg chg="mod">
          <ac:chgData name="s2001017【仙台広瀬】" userId="6ad112a8-f412-410c-8a0f-584406c8e747" providerId="ADAL" clId="{1AC41575-7ECC-42AD-B12B-D188D4CFAB4F}" dt="2023-07-13T01:57:36.924" v="638"/>
          <ac:spMkLst>
            <pc:docMk/>
            <pc:sldMk cId="2617642328" sldId="261"/>
            <ac:spMk id="44" creationId="{B15DD2BE-6FB7-F2C2-8C0E-CCD5C1CE7EDB}"/>
          </ac:spMkLst>
        </pc:spChg>
        <pc:spChg chg="mod">
          <ac:chgData name="s2001017【仙台広瀬】" userId="6ad112a8-f412-410c-8a0f-584406c8e747" providerId="ADAL" clId="{1AC41575-7ECC-42AD-B12B-D188D4CFAB4F}" dt="2023-07-13T01:57:55.250" v="646"/>
          <ac:spMkLst>
            <pc:docMk/>
            <pc:sldMk cId="2617642328" sldId="261"/>
            <ac:spMk id="47" creationId="{B2F8AF82-E62D-C6B5-8F82-AAC3823E2CCB}"/>
          </ac:spMkLst>
        </pc:spChg>
        <pc:spChg chg="add mod">
          <ac:chgData name="s2001017【仙台広瀬】" userId="6ad112a8-f412-410c-8a0f-584406c8e747" providerId="ADAL" clId="{1AC41575-7ECC-42AD-B12B-D188D4CFAB4F}" dt="2023-07-13T02:01:16.204" v="724"/>
          <ac:spMkLst>
            <pc:docMk/>
            <pc:sldMk cId="2617642328" sldId="261"/>
            <ac:spMk id="49" creationId="{BBCAA4A5-FD2E-0F87-2A82-A6E43B1C3660}"/>
          </ac:spMkLst>
        </pc:spChg>
        <pc:spChg chg="add mod">
          <ac:chgData name="s2001017【仙台広瀬】" userId="6ad112a8-f412-410c-8a0f-584406c8e747" providerId="ADAL" clId="{1AC41575-7ECC-42AD-B12B-D188D4CFAB4F}" dt="2023-07-13T02:01:16.204" v="724"/>
          <ac:spMkLst>
            <pc:docMk/>
            <pc:sldMk cId="2617642328" sldId="261"/>
            <ac:spMk id="50" creationId="{9EB95239-18D0-A157-842D-B3386CB2CAC8}"/>
          </ac:spMkLst>
        </pc:spChg>
        <pc:spChg chg="mod topLvl">
          <ac:chgData name="s2001017【仙台広瀬】" userId="6ad112a8-f412-410c-8a0f-584406c8e747" providerId="ADAL" clId="{1AC41575-7ECC-42AD-B12B-D188D4CFAB4F}" dt="2023-07-13T02:25:08.834" v="1127" actId="478"/>
          <ac:spMkLst>
            <pc:docMk/>
            <pc:sldMk cId="2617642328" sldId="261"/>
            <ac:spMk id="52" creationId="{9CF5EACC-0148-AE45-008E-63049C1FB043}"/>
          </ac:spMkLst>
        </pc:spChg>
        <pc:grpChg chg="add del mod">
          <ac:chgData name="s2001017【仙台広瀬】" userId="6ad112a8-f412-410c-8a0f-584406c8e747" providerId="ADAL" clId="{1AC41575-7ECC-42AD-B12B-D188D4CFAB4F}" dt="2023-07-13T01:52:47.608" v="510" actId="478"/>
          <ac:grpSpMkLst>
            <pc:docMk/>
            <pc:sldMk cId="2617642328" sldId="261"/>
            <ac:grpSpMk id="8" creationId="{0AF36F9F-ACDD-12E7-7616-67EA961E92EE}"/>
          </ac:grpSpMkLst>
        </pc:grpChg>
        <pc:grpChg chg="add del mod">
          <ac:chgData name="s2001017【仙台広瀬】" userId="6ad112a8-f412-410c-8a0f-584406c8e747" providerId="ADAL" clId="{1AC41575-7ECC-42AD-B12B-D188D4CFAB4F}" dt="2023-07-13T01:52:11.691" v="505" actId="478"/>
          <ac:grpSpMkLst>
            <pc:docMk/>
            <pc:sldMk cId="2617642328" sldId="261"/>
            <ac:grpSpMk id="9" creationId="{7A73A50C-AFDB-A30F-3483-EDAD66117702}"/>
          </ac:grpSpMkLst>
        </pc:grpChg>
        <pc:grpChg chg="add mod">
          <ac:chgData name="s2001017【仙台広瀬】" userId="6ad112a8-f412-410c-8a0f-584406c8e747" providerId="ADAL" clId="{1AC41575-7ECC-42AD-B12B-D188D4CFAB4F}" dt="2023-07-13T01:52:40.220" v="509" actId="14100"/>
          <ac:grpSpMkLst>
            <pc:docMk/>
            <pc:sldMk cId="2617642328" sldId="261"/>
            <ac:grpSpMk id="18" creationId="{3599A0B3-364B-1109-24C0-A70B7FBC5AD3}"/>
          </ac:grpSpMkLst>
        </pc:grpChg>
        <pc:grpChg chg="add mod">
          <ac:chgData name="s2001017【仙台広瀬】" userId="6ad112a8-f412-410c-8a0f-584406c8e747" providerId="ADAL" clId="{1AC41575-7ECC-42AD-B12B-D188D4CFAB4F}" dt="2023-07-13T01:52:55.080" v="512" actId="1076"/>
          <ac:grpSpMkLst>
            <pc:docMk/>
            <pc:sldMk cId="2617642328" sldId="261"/>
            <ac:grpSpMk id="21" creationId="{D2DBB4E1-1CCB-7B60-431F-BB8D6F798E07}"/>
          </ac:grpSpMkLst>
        </pc:grpChg>
        <pc:grpChg chg="add del mod">
          <ac:chgData name="s2001017【仙台広瀬】" userId="6ad112a8-f412-410c-8a0f-584406c8e747" providerId="ADAL" clId="{1AC41575-7ECC-42AD-B12B-D188D4CFAB4F}" dt="2023-07-13T01:55:10.251" v="605" actId="165"/>
          <ac:grpSpMkLst>
            <pc:docMk/>
            <pc:sldMk cId="2617642328" sldId="261"/>
            <ac:grpSpMk id="24" creationId="{D46101B6-C211-CF7E-01BE-5C83436FCF2A}"/>
          </ac:grpSpMkLst>
        </pc:grpChg>
        <pc:grpChg chg="add mod">
          <ac:chgData name="s2001017【仙台広瀬】" userId="6ad112a8-f412-410c-8a0f-584406c8e747" providerId="ADAL" clId="{1AC41575-7ECC-42AD-B12B-D188D4CFAB4F}" dt="2023-07-13T01:54:44.404" v="583" actId="164"/>
          <ac:grpSpMkLst>
            <pc:docMk/>
            <pc:sldMk cId="2617642328" sldId="261"/>
            <ac:grpSpMk id="34" creationId="{DDD021D1-BBDA-4DCF-84E6-04F3BEAAEC2B}"/>
          </ac:grpSpMkLst>
        </pc:grpChg>
        <pc:grpChg chg="add del mod">
          <ac:chgData name="s2001017【仙台広瀬】" userId="6ad112a8-f412-410c-8a0f-584406c8e747" providerId="ADAL" clId="{1AC41575-7ECC-42AD-B12B-D188D4CFAB4F}" dt="2023-07-13T01:54:43.325" v="582"/>
          <ac:grpSpMkLst>
            <pc:docMk/>
            <pc:sldMk cId="2617642328" sldId="261"/>
            <ac:grpSpMk id="35" creationId="{77172DF5-B36A-BFF1-3E57-D77F5E33079C}"/>
          </ac:grpSpMkLst>
        </pc:grpChg>
        <pc:grpChg chg="add mod">
          <ac:chgData name="s2001017【仙台広瀬】" userId="6ad112a8-f412-410c-8a0f-584406c8e747" providerId="ADAL" clId="{1AC41575-7ECC-42AD-B12B-D188D4CFAB4F}" dt="2023-07-13T01:58:16.146" v="696" actId="1076"/>
          <ac:grpSpMkLst>
            <pc:docMk/>
            <pc:sldMk cId="2617642328" sldId="261"/>
            <ac:grpSpMk id="39" creationId="{A87B4E58-7DF1-8184-E4D1-2BFA03FD52C2}"/>
          </ac:grpSpMkLst>
        </pc:grpChg>
        <pc:grpChg chg="add del mod">
          <ac:chgData name="s2001017【仙台広瀬】" userId="6ad112a8-f412-410c-8a0f-584406c8e747" providerId="ADAL" clId="{1AC41575-7ECC-42AD-B12B-D188D4CFAB4F}" dt="2023-07-13T01:57:34.916" v="637" actId="478"/>
          <ac:grpSpMkLst>
            <pc:docMk/>
            <pc:sldMk cId="2617642328" sldId="261"/>
            <ac:grpSpMk id="40" creationId="{BF0DDEBF-9B8D-81CD-FD45-EC2AD642AD12}"/>
          </ac:grpSpMkLst>
        </pc:grpChg>
        <pc:grpChg chg="add del mod">
          <ac:chgData name="s2001017【仙台広瀬】" userId="6ad112a8-f412-410c-8a0f-584406c8e747" providerId="ADAL" clId="{1AC41575-7ECC-42AD-B12B-D188D4CFAB4F}" dt="2023-07-13T01:57:46.263" v="644" actId="478"/>
          <ac:grpSpMkLst>
            <pc:docMk/>
            <pc:sldMk cId="2617642328" sldId="261"/>
            <ac:grpSpMk id="43" creationId="{48E5A8DD-C67B-1A87-3CB5-2247E450DEAE}"/>
          </ac:grpSpMkLst>
        </pc:grpChg>
        <pc:grpChg chg="add mod">
          <ac:chgData name="s2001017【仙台広瀬】" userId="6ad112a8-f412-410c-8a0f-584406c8e747" providerId="ADAL" clId="{1AC41575-7ECC-42AD-B12B-D188D4CFAB4F}" dt="2023-07-13T01:58:09.479" v="695" actId="1035"/>
          <ac:grpSpMkLst>
            <pc:docMk/>
            <pc:sldMk cId="2617642328" sldId="261"/>
            <ac:grpSpMk id="46" creationId="{AB880E11-F5F6-0A5F-5FD2-D7A68145C847}"/>
          </ac:grpSpMkLst>
        </pc:grpChg>
        <pc:grpChg chg="add del mod">
          <ac:chgData name="s2001017【仙台広瀬】" userId="6ad112a8-f412-410c-8a0f-584406c8e747" providerId="ADAL" clId="{1AC41575-7ECC-42AD-B12B-D188D4CFAB4F}" dt="2023-07-13T02:25:08.834" v="1127" actId="478"/>
          <ac:grpSpMkLst>
            <pc:docMk/>
            <pc:sldMk cId="2617642328" sldId="261"/>
            <ac:grpSpMk id="51" creationId="{F5FC13A6-A6DC-7C50-BFBB-41A1D0158C64}"/>
          </ac:grpSpMkLst>
        </pc:grpChg>
        <pc:picChg chg="add del">
          <ac:chgData name="s2001017【仙台広瀬】" userId="6ad112a8-f412-410c-8a0f-584406c8e747" providerId="ADAL" clId="{1AC41575-7ECC-42AD-B12B-D188D4CFAB4F}" dt="2023-07-13T01:54:57.870" v="597"/>
          <ac:picMkLst>
            <pc:docMk/>
            <pc:sldMk cId="2617642328" sldId="261"/>
            <ac:picMk id="27" creationId="{EC711FD9-5F91-6D34-9F40-7656E0EA5E94}"/>
          </ac:picMkLst>
        </pc:picChg>
        <pc:picChg chg="add del mod">
          <ac:chgData name="s2001017【仙台広瀬】" userId="6ad112a8-f412-410c-8a0f-584406c8e747" providerId="ADAL" clId="{1AC41575-7ECC-42AD-B12B-D188D4CFAB4F}" dt="2023-07-13T01:54:56.067" v="595"/>
          <ac:picMkLst>
            <pc:docMk/>
            <pc:sldMk cId="2617642328" sldId="261"/>
            <ac:picMk id="33" creationId="{72CE7109-DB8E-69BA-BC4B-FCDA5E66A8C3}"/>
          </ac:picMkLst>
        </pc:picChg>
        <pc:picChg chg="mod">
          <ac:chgData name="s2001017【仙台広瀬】" userId="6ad112a8-f412-410c-8a0f-584406c8e747" providerId="ADAL" clId="{1AC41575-7ECC-42AD-B12B-D188D4CFAB4F}" dt="2023-07-13T01:54:27.503" v="579"/>
          <ac:picMkLst>
            <pc:docMk/>
            <pc:sldMk cId="2617642328" sldId="261"/>
            <ac:picMk id="37" creationId="{6100218B-6790-BD58-F1D1-309302A784FE}"/>
          </ac:picMkLst>
        </pc:picChg>
        <pc:picChg chg="add mod modCrop">
          <ac:chgData name="s2001017【仙台広瀬】" userId="6ad112a8-f412-410c-8a0f-584406c8e747" providerId="ADAL" clId="{1AC41575-7ECC-42AD-B12B-D188D4CFAB4F}" dt="2023-07-13T01:57:32.224" v="636" actId="732"/>
          <ac:picMkLst>
            <pc:docMk/>
            <pc:sldMk cId="2617642328" sldId="261"/>
            <ac:picMk id="38" creationId="{32917B5B-8BF2-5B92-423B-BF6D0C229E64}"/>
          </ac:picMkLst>
        </pc:picChg>
        <pc:picChg chg="mod">
          <ac:chgData name="s2001017【仙台広瀬】" userId="6ad112a8-f412-410c-8a0f-584406c8e747" providerId="ADAL" clId="{1AC41575-7ECC-42AD-B12B-D188D4CFAB4F}" dt="2023-07-13T01:57:09.356" v="631"/>
          <ac:picMkLst>
            <pc:docMk/>
            <pc:sldMk cId="2617642328" sldId="261"/>
            <ac:picMk id="42" creationId="{35C65BFE-16F6-074D-13B4-C47DFBCF6889}"/>
          </ac:picMkLst>
        </pc:picChg>
        <pc:picChg chg="mod">
          <ac:chgData name="s2001017【仙台広瀬】" userId="6ad112a8-f412-410c-8a0f-584406c8e747" providerId="ADAL" clId="{1AC41575-7ECC-42AD-B12B-D188D4CFAB4F}" dt="2023-07-13T01:57:36.924" v="638"/>
          <ac:picMkLst>
            <pc:docMk/>
            <pc:sldMk cId="2617642328" sldId="261"/>
            <ac:picMk id="45" creationId="{6521664B-6A5C-F98C-C67C-CAEF686882A1}"/>
          </ac:picMkLst>
        </pc:picChg>
        <pc:picChg chg="mod">
          <ac:chgData name="s2001017【仙台広瀬】" userId="6ad112a8-f412-410c-8a0f-584406c8e747" providerId="ADAL" clId="{1AC41575-7ECC-42AD-B12B-D188D4CFAB4F}" dt="2023-07-13T01:57:55.250" v="646"/>
          <ac:picMkLst>
            <pc:docMk/>
            <pc:sldMk cId="2617642328" sldId="261"/>
            <ac:picMk id="48" creationId="{F93DE686-B8FF-77B0-0E83-9037F4ADEAF0}"/>
          </ac:picMkLst>
        </pc:picChg>
        <pc:picChg chg="del mod topLvl">
          <ac:chgData name="s2001017【仙台広瀬】" userId="6ad112a8-f412-410c-8a0f-584406c8e747" providerId="ADAL" clId="{1AC41575-7ECC-42AD-B12B-D188D4CFAB4F}" dt="2023-07-13T02:25:08.834" v="1127" actId="478"/>
          <ac:picMkLst>
            <pc:docMk/>
            <pc:sldMk cId="2617642328" sldId="261"/>
            <ac:picMk id="53" creationId="{3F6C0561-5144-FAAF-0A36-90274ED26D0C}"/>
          </ac:picMkLst>
        </pc:picChg>
        <pc:picChg chg="add mod">
          <ac:chgData name="s2001017【仙台広瀬】" userId="6ad112a8-f412-410c-8a0f-584406c8e747" providerId="ADAL" clId="{1AC41575-7ECC-42AD-B12B-D188D4CFAB4F}" dt="2023-07-13T02:25:47.852" v="1152" actId="1037"/>
          <ac:picMkLst>
            <pc:docMk/>
            <pc:sldMk cId="2617642328" sldId="261"/>
            <ac:picMk id="54" creationId="{65AC8BB9-D287-6416-0B66-AE14F810C3E8}"/>
          </ac:picMkLst>
        </pc:picChg>
      </pc:sldChg>
      <pc:sldChg chg="addSp delSp modSp add del mod">
        <pc:chgData name="s2001017【仙台広瀬】" userId="6ad112a8-f412-410c-8a0f-584406c8e747" providerId="ADAL" clId="{1AC41575-7ECC-42AD-B12B-D188D4CFAB4F}" dt="2023-07-13T05:05:20.983" v="2123" actId="47"/>
        <pc:sldMkLst>
          <pc:docMk/>
          <pc:sldMk cId="2791563645" sldId="262"/>
        </pc:sldMkLst>
        <pc:spChg chg="add del mod">
          <ac:chgData name="s2001017【仙台広瀬】" userId="6ad112a8-f412-410c-8a0f-584406c8e747" providerId="ADAL" clId="{1AC41575-7ECC-42AD-B12B-D188D4CFAB4F}" dt="2023-07-13T05:00:28.985" v="2056" actId="207"/>
          <ac:spMkLst>
            <pc:docMk/>
            <pc:sldMk cId="2791563645" sldId="262"/>
            <ac:spMk id="2" creationId="{BBA845A5-166D-FA80-8218-42CB32E92526}"/>
          </ac:spMkLst>
        </pc:spChg>
        <pc:spChg chg="mod">
          <ac:chgData name="s2001017【仙台広瀬】" userId="6ad112a8-f412-410c-8a0f-584406c8e747" providerId="ADAL" clId="{1AC41575-7ECC-42AD-B12B-D188D4CFAB4F}" dt="2023-07-13T02:02:28.005" v="736" actId="20577"/>
          <ac:spMkLst>
            <pc:docMk/>
            <pc:sldMk cId="2791563645" sldId="262"/>
            <ac:spMk id="4" creationId="{66342D05-4C03-7564-FB1D-6B33E79D1843}"/>
          </ac:spMkLst>
        </pc:spChg>
        <pc:spChg chg="mod">
          <ac:chgData name="s2001017【仙台広瀬】" userId="6ad112a8-f412-410c-8a0f-584406c8e747" providerId="ADAL" clId="{1AC41575-7ECC-42AD-B12B-D188D4CFAB4F}" dt="2023-07-13T02:11:53.911" v="784"/>
          <ac:spMkLst>
            <pc:docMk/>
            <pc:sldMk cId="2791563645" sldId="262"/>
            <ac:spMk id="6" creationId="{E7C1C828-CB74-16EA-F80A-7353A7D5FAF0}"/>
          </ac:spMkLst>
        </pc:spChg>
        <pc:spChg chg="mod">
          <ac:chgData name="s2001017【仙台広瀬】" userId="6ad112a8-f412-410c-8a0f-584406c8e747" providerId="ADAL" clId="{1AC41575-7ECC-42AD-B12B-D188D4CFAB4F}" dt="2023-07-13T02:13:00.185" v="834"/>
          <ac:spMkLst>
            <pc:docMk/>
            <pc:sldMk cId="2791563645" sldId="262"/>
            <ac:spMk id="10" creationId="{F9487A06-EB05-F629-B23F-54DE62F81CDB}"/>
          </ac:spMkLst>
        </pc:spChg>
        <pc:spChg chg="add mod">
          <ac:chgData name="s2001017【仙台広瀬】" userId="6ad112a8-f412-410c-8a0f-584406c8e747" providerId="ADAL" clId="{1AC41575-7ECC-42AD-B12B-D188D4CFAB4F}" dt="2023-07-13T02:26:03.890" v="1153"/>
          <ac:spMkLst>
            <pc:docMk/>
            <pc:sldMk cId="2791563645" sldId="262"/>
            <ac:spMk id="12" creationId="{B6E26B3E-E6B1-7ABA-A83E-5CE0A1A994E3}"/>
          </ac:spMkLst>
        </pc:spChg>
        <pc:spChg chg="del topLvl">
          <ac:chgData name="s2001017【仙台広瀬】" userId="6ad112a8-f412-410c-8a0f-584406c8e747" providerId="ADAL" clId="{1AC41575-7ECC-42AD-B12B-D188D4CFAB4F}" dt="2023-07-13T05:00:25.697" v="2054" actId="478"/>
          <ac:spMkLst>
            <pc:docMk/>
            <pc:sldMk cId="2791563645" sldId="262"/>
            <ac:spMk id="19" creationId="{EE10FEC7-2390-E6D7-6804-17C7A2BD2030}"/>
          </ac:spMkLst>
        </pc:spChg>
        <pc:spChg chg="mod topLvl">
          <ac:chgData name="s2001017【仙台広瀬】" userId="6ad112a8-f412-410c-8a0f-584406c8e747" providerId="ADAL" clId="{1AC41575-7ECC-42AD-B12B-D188D4CFAB4F}" dt="2023-07-13T05:00:25.697" v="2054" actId="478"/>
          <ac:spMkLst>
            <pc:docMk/>
            <pc:sldMk cId="2791563645" sldId="262"/>
            <ac:spMk id="20" creationId="{EA73AC3E-9082-F7E2-4034-3A75DF75377C}"/>
          </ac:spMkLst>
        </pc:spChg>
        <pc:spChg chg="mod">
          <ac:chgData name="s2001017【仙台広瀬】" userId="6ad112a8-f412-410c-8a0f-584406c8e747" providerId="ADAL" clId="{1AC41575-7ECC-42AD-B12B-D188D4CFAB4F}" dt="2023-07-13T02:10:30.492" v="746" actId="20577"/>
          <ac:spMkLst>
            <pc:docMk/>
            <pc:sldMk cId="2791563645" sldId="262"/>
            <ac:spMk id="23" creationId="{F0B9500B-C943-5D80-E9D2-A436413208FA}"/>
          </ac:spMkLst>
        </pc:spChg>
        <pc:spChg chg="mod topLvl">
          <ac:chgData name="s2001017【仙台広瀬】" userId="6ad112a8-f412-410c-8a0f-584406c8e747" providerId="ADAL" clId="{1AC41575-7ECC-42AD-B12B-D188D4CFAB4F}" dt="2023-07-13T02:12:23.897" v="793" actId="164"/>
          <ac:spMkLst>
            <pc:docMk/>
            <pc:sldMk cId="2791563645" sldId="262"/>
            <ac:spMk id="25" creationId="{938FE8C3-04AA-14DF-2DA0-DC7B01E4CBBF}"/>
          </ac:spMkLst>
        </pc:spChg>
        <pc:spChg chg="mod ord">
          <ac:chgData name="s2001017【仙台広瀬】" userId="6ad112a8-f412-410c-8a0f-584406c8e747" providerId="ADAL" clId="{1AC41575-7ECC-42AD-B12B-D188D4CFAB4F}" dt="2023-07-13T02:11:34.650" v="780" actId="1076"/>
          <ac:spMkLst>
            <pc:docMk/>
            <pc:sldMk cId="2791563645" sldId="262"/>
            <ac:spMk id="26" creationId="{700577C7-AECC-8E8C-98C4-BD5E148D504F}"/>
          </ac:spMkLst>
        </pc:spChg>
        <pc:spChg chg="del">
          <ac:chgData name="s2001017【仙台広瀬】" userId="6ad112a8-f412-410c-8a0f-584406c8e747" providerId="ADAL" clId="{1AC41575-7ECC-42AD-B12B-D188D4CFAB4F}" dt="2023-07-13T05:00:19.560" v="2052" actId="478"/>
          <ac:spMkLst>
            <pc:docMk/>
            <pc:sldMk cId="2791563645" sldId="262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5:00:16.589" v="2049" actId="478"/>
          <ac:spMkLst>
            <pc:docMk/>
            <pc:sldMk cId="2791563645" sldId="262"/>
            <ac:spMk id="50" creationId="{9EB95239-18D0-A157-842D-B3386CB2CAC8}"/>
          </ac:spMkLst>
        </pc:spChg>
        <pc:grpChg chg="add del mod">
          <ac:chgData name="s2001017【仙台広瀬】" userId="6ad112a8-f412-410c-8a0f-584406c8e747" providerId="ADAL" clId="{1AC41575-7ECC-42AD-B12B-D188D4CFAB4F}" dt="2023-07-13T02:12:16.204" v="792" actId="478"/>
          <ac:grpSpMkLst>
            <pc:docMk/>
            <pc:sldMk cId="2791563645" sldId="262"/>
            <ac:grpSpMk id="5" creationId="{52484742-9BA3-514A-8031-9836885C0CCA}"/>
          </ac:grpSpMkLst>
        </pc:grpChg>
        <pc:grpChg chg="add del mod">
          <ac:chgData name="s2001017【仙台広瀬】" userId="6ad112a8-f412-410c-8a0f-584406c8e747" providerId="ADAL" clId="{1AC41575-7ECC-42AD-B12B-D188D4CFAB4F}" dt="2023-07-13T05:00:21.062" v="2053" actId="478"/>
          <ac:grpSpMkLst>
            <pc:docMk/>
            <pc:sldMk cId="2791563645" sldId="262"/>
            <ac:grpSpMk id="8" creationId="{56CBC5E9-35EF-882E-66A9-7050146B964F}"/>
          </ac:grpSpMkLst>
        </pc:grpChg>
        <pc:grpChg chg="add mod">
          <ac:chgData name="s2001017【仙台広瀬】" userId="6ad112a8-f412-410c-8a0f-584406c8e747" providerId="ADAL" clId="{1AC41575-7ECC-42AD-B12B-D188D4CFAB4F}" dt="2023-07-13T02:13:24.760" v="845" actId="1035"/>
          <ac:grpSpMkLst>
            <pc:docMk/>
            <pc:sldMk cId="2791563645" sldId="262"/>
            <ac:grpSpMk id="9" creationId="{921DA401-EEBC-4E23-53BD-0C4048F0D894}"/>
          </ac:grpSpMkLst>
        </pc:grpChg>
        <pc:grpChg chg="del">
          <ac:chgData name="s2001017【仙台広瀬】" userId="6ad112a8-f412-410c-8a0f-584406c8e747" providerId="ADAL" clId="{1AC41575-7ECC-42AD-B12B-D188D4CFAB4F}" dt="2023-07-13T05:00:15.747" v="2048" actId="478"/>
          <ac:grpSpMkLst>
            <pc:docMk/>
            <pc:sldMk cId="2791563645" sldId="262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5:00:25.697" v="2054" actId="478"/>
          <ac:grpSpMkLst>
            <pc:docMk/>
            <pc:sldMk cId="2791563645" sldId="262"/>
            <ac:grpSpMk id="18" creationId="{3599A0B3-364B-1109-24C0-A70B7FBC5AD3}"/>
          </ac:grpSpMkLst>
        </pc:grpChg>
        <pc:grpChg chg="del">
          <ac:chgData name="s2001017【仙台広瀬】" userId="6ad112a8-f412-410c-8a0f-584406c8e747" providerId="ADAL" clId="{1AC41575-7ECC-42AD-B12B-D188D4CFAB4F}" dt="2023-07-13T02:11:19.476" v="777" actId="478"/>
          <ac:grpSpMkLst>
            <pc:docMk/>
            <pc:sldMk cId="2791563645" sldId="262"/>
            <ac:grpSpMk id="39" creationId="{A87B4E58-7DF1-8184-E4D1-2BFA03FD52C2}"/>
          </ac:grpSpMkLst>
        </pc:grpChg>
        <pc:grpChg chg="del">
          <ac:chgData name="s2001017【仙台広瀬】" userId="6ad112a8-f412-410c-8a0f-584406c8e747" providerId="ADAL" clId="{1AC41575-7ECC-42AD-B12B-D188D4CFAB4F}" dt="2023-07-13T02:12:26.346" v="794" actId="478"/>
          <ac:grpSpMkLst>
            <pc:docMk/>
            <pc:sldMk cId="2791563645" sldId="262"/>
            <ac:grpSpMk id="46" creationId="{AB880E11-F5F6-0A5F-5FD2-D7A68145C847}"/>
          </ac:grpSpMkLst>
        </pc:grpChg>
        <pc:picChg chg="add mod">
          <ac:chgData name="s2001017【仙台広瀬】" userId="6ad112a8-f412-410c-8a0f-584406c8e747" providerId="ADAL" clId="{1AC41575-7ECC-42AD-B12B-D188D4CFAB4F}" dt="2023-07-13T02:12:23.897" v="793" actId="164"/>
          <ac:picMkLst>
            <pc:docMk/>
            <pc:sldMk cId="2791563645" sldId="262"/>
            <ac:picMk id="3" creationId="{F47E6C65-5929-DBF2-55CC-27CA4D79D118}"/>
          </ac:picMkLst>
        </pc:picChg>
        <pc:picChg chg="mod">
          <ac:chgData name="s2001017【仙台広瀬】" userId="6ad112a8-f412-410c-8a0f-584406c8e747" providerId="ADAL" clId="{1AC41575-7ECC-42AD-B12B-D188D4CFAB4F}" dt="2023-07-13T02:11:53.911" v="784"/>
          <ac:picMkLst>
            <pc:docMk/>
            <pc:sldMk cId="2791563645" sldId="262"/>
            <ac:picMk id="7" creationId="{489F89CF-98A3-5579-CE32-D08EF7F596C9}"/>
          </ac:picMkLst>
        </pc:picChg>
        <pc:picChg chg="mod">
          <ac:chgData name="s2001017【仙台広瀬】" userId="6ad112a8-f412-410c-8a0f-584406c8e747" providerId="ADAL" clId="{1AC41575-7ECC-42AD-B12B-D188D4CFAB4F}" dt="2023-07-13T02:13:00.185" v="834"/>
          <ac:picMkLst>
            <pc:docMk/>
            <pc:sldMk cId="2791563645" sldId="262"/>
            <ac:picMk id="11" creationId="{AB094748-5D29-32ED-A010-C6063F98F0E6}"/>
          </ac:picMkLst>
        </pc:picChg>
        <pc:picChg chg="add mod">
          <ac:chgData name="s2001017【仙台広瀬】" userId="6ad112a8-f412-410c-8a0f-584406c8e747" providerId="ADAL" clId="{1AC41575-7ECC-42AD-B12B-D188D4CFAB4F}" dt="2023-07-13T02:26:03.890" v="1153"/>
          <ac:picMkLst>
            <pc:docMk/>
            <pc:sldMk cId="2791563645" sldId="262"/>
            <ac:picMk id="16" creationId="{5DAC1ED4-1362-A148-F1A7-78E93FB8A2A1}"/>
          </ac:picMkLst>
        </pc:picChg>
        <pc:picChg chg="del mod topLvl">
          <ac:chgData name="s2001017【仙台広瀬】" userId="6ad112a8-f412-410c-8a0f-584406c8e747" providerId="ADAL" clId="{1AC41575-7ECC-42AD-B12B-D188D4CFAB4F}" dt="2023-07-13T02:11:19.476" v="777" actId="478"/>
          <ac:picMkLst>
            <pc:docMk/>
            <pc:sldMk cId="2791563645" sldId="262"/>
            <ac:picMk id="38" creationId="{32917B5B-8BF2-5B92-423B-BF6D0C229E64}"/>
          </ac:picMkLst>
        </pc:picChg>
      </pc:sldChg>
      <pc:sldChg chg="addSp delSp modSp add del mod">
        <pc:chgData name="s2001017【仙台広瀬】" userId="6ad112a8-f412-410c-8a0f-584406c8e747" providerId="ADAL" clId="{1AC41575-7ECC-42AD-B12B-D188D4CFAB4F}" dt="2023-07-13T05:05:16.410" v="2121" actId="47"/>
        <pc:sldMkLst>
          <pc:docMk/>
          <pc:sldMk cId="2672457903" sldId="263"/>
        </pc:sldMkLst>
        <pc:spChg chg="mod">
          <ac:chgData name="s2001017【仙台広瀬】" userId="6ad112a8-f412-410c-8a0f-584406c8e747" providerId="ADAL" clId="{1AC41575-7ECC-42AD-B12B-D188D4CFAB4F}" dt="2023-07-13T05:02:36.016" v="2079" actId="207"/>
          <ac:spMkLst>
            <pc:docMk/>
            <pc:sldMk cId="2672457903" sldId="263"/>
            <ac:spMk id="2" creationId="{BBA845A5-166D-FA80-8218-42CB32E92526}"/>
          </ac:spMkLst>
        </pc:spChg>
        <pc:spChg chg="mod">
          <ac:chgData name="s2001017【仙台広瀬】" userId="6ad112a8-f412-410c-8a0f-584406c8e747" providerId="ADAL" clId="{1AC41575-7ECC-42AD-B12B-D188D4CFAB4F}" dt="2023-07-13T02:14:13.698" v="859" actId="20577"/>
          <ac:spMkLst>
            <pc:docMk/>
            <pc:sldMk cId="2672457903" sldId="263"/>
            <ac:spMk id="4" creationId="{66342D05-4C03-7564-FB1D-6B33E79D1843}"/>
          </ac:spMkLst>
        </pc:spChg>
        <pc:spChg chg="add mod">
          <ac:chgData name="s2001017【仙台広瀬】" userId="6ad112a8-f412-410c-8a0f-584406c8e747" providerId="ADAL" clId="{1AC41575-7ECC-42AD-B12B-D188D4CFAB4F}" dt="2023-07-13T02:26:06.073" v="1154"/>
          <ac:spMkLst>
            <pc:docMk/>
            <pc:sldMk cId="2672457903" sldId="263"/>
            <ac:spMk id="5" creationId="{305E414E-35B9-7EBF-DACC-0C1C1E70D30D}"/>
          </ac:spMkLst>
        </pc:spChg>
        <pc:spChg chg="del topLvl">
          <ac:chgData name="s2001017【仙台広瀬】" userId="6ad112a8-f412-410c-8a0f-584406c8e747" providerId="ADAL" clId="{1AC41575-7ECC-42AD-B12B-D188D4CFAB4F}" dt="2023-07-13T05:02:32.942" v="2077" actId="478"/>
          <ac:spMkLst>
            <pc:docMk/>
            <pc:sldMk cId="2672457903" sldId="263"/>
            <ac:spMk id="14" creationId="{EDBE35FD-06BA-FC77-EB06-B31A37271D94}"/>
          </ac:spMkLst>
        </pc:spChg>
        <pc:spChg chg="del mod topLvl">
          <ac:chgData name="s2001017【仙台広瀬】" userId="6ad112a8-f412-410c-8a0f-584406c8e747" providerId="ADAL" clId="{1AC41575-7ECC-42AD-B12B-D188D4CFAB4F}" dt="2023-07-13T05:02:31.726" v="2075" actId="478"/>
          <ac:spMkLst>
            <pc:docMk/>
            <pc:sldMk cId="2672457903" sldId="263"/>
            <ac:spMk id="15" creationId="{60141C63-8D9E-2B0E-2C2E-3C4BD48ABD2A}"/>
          </ac:spMkLst>
        </pc:spChg>
        <pc:spChg chg="del topLvl">
          <ac:chgData name="s2001017【仙台広瀬】" userId="6ad112a8-f412-410c-8a0f-584406c8e747" providerId="ADAL" clId="{1AC41575-7ECC-42AD-B12B-D188D4CFAB4F}" dt="2023-07-13T05:02:39.852" v="2080" actId="478"/>
          <ac:spMkLst>
            <pc:docMk/>
            <pc:sldMk cId="2672457903" sldId="263"/>
            <ac:spMk id="19" creationId="{EE10FEC7-2390-E6D7-6804-17C7A2BD2030}"/>
          </ac:spMkLst>
        </pc:spChg>
        <pc:spChg chg="mod topLvl">
          <ac:chgData name="s2001017【仙台広瀬】" userId="6ad112a8-f412-410c-8a0f-584406c8e747" providerId="ADAL" clId="{1AC41575-7ECC-42AD-B12B-D188D4CFAB4F}" dt="2023-07-13T05:02:39.852" v="2080" actId="478"/>
          <ac:spMkLst>
            <pc:docMk/>
            <pc:sldMk cId="2672457903" sldId="263"/>
            <ac:spMk id="20" creationId="{EA73AC3E-9082-F7E2-4034-3A75DF75377C}"/>
          </ac:spMkLst>
        </pc:spChg>
        <pc:spChg chg="mod">
          <ac:chgData name="s2001017【仙台広瀬】" userId="6ad112a8-f412-410c-8a0f-584406c8e747" providerId="ADAL" clId="{1AC41575-7ECC-42AD-B12B-D188D4CFAB4F}" dt="2023-07-13T02:15:03.269" v="870" actId="20577"/>
          <ac:spMkLst>
            <pc:docMk/>
            <pc:sldMk cId="2672457903" sldId="263"/>
            <ac:spMk id="23" creationId="{F0B9500B-C943-5D80-E9D2-A436413208FA}"/>
          </ac:spMkLst>
        </pc:spChg>
        <pc:spChg chg="del">
          <ac:chgData name="s2001017【仙台広瀬】" userId="6ad112a8-f412-410c-8a0f-584406c8e747" providerId="ADAL" clId="{1AC41575-7ECC-42AD-B12B-D188D4CFAB4F}" dt="2023-07-13T05:02:30.402" v="2073" actId="478"/>
          <ac:spMkLst>
            <pc:docMk/>
            <pc:sldMk cId="2672457903" sldId="263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5:02:29.685" v="2072" actId="478"/>
          <ac:spMkLst>
            <pc:docMk/>
            <pc:sldMk cId="2672457903" sldId="263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2:16:28.893" v="882" actId="478"/>
          <ac:grpSpMkLst>
            <pc:docMk/>
            <pc:sldMk cId="2672457903" sldId="263"/>
            <ac:grpSpMk id="8" creationId="{56CBC5E9-35EF-882E-66A9-7050146B964F}"/>
          </ac:grpSpMkLst>
        </pc:grpChg>
        <pc:grpChg chg="del">
          <ac:chgData name="s2001017【仙台広瀬】" userId="6ad112a8-f412-410c-8a0f-584406c8e747" providerId="ADAL" clId="{1AC41575-7ECC-42AD-B12B-D188D4CFAB4F}" dt="2023-07-13T02:16:31.423" v="883" actId="478"/>
          <ac:grpSpMkLst>
            <pc:docMk/>
            <pc:sldMk cId="2672457903" sldId="263"/>
            <ac:grpSpMk id="9" creationId="{921DA401-EEBC-4E23-53BD-0C4048F0D894}"/>
          </ac:grpSpMkLst>
        </pc:grpChg>
        <pc:grpChg chg="del">
          <ac:chgData name="s2001017【仙台広瀬】" userId="6ad112a8-f412-410c-8a0f-584406c8e747" providerId="ADAL" clId="{1AC41575-7ECC-42AD-B12B-D188D4CFAB4F}" dt="2023-07-13T05:02:31.726" v="2075" actId="478"/>
          <ac:grpSpMkLst>
            <pc:docMk/>
            <pc:sldMk cId="2672457903" sldId="263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5:02:39.852" v="2080" actId="478"/>
          <ac:grpSpMkLst>
            <pc:docMk/>
            <pc:sldMk cId="2672457903" sldId="263"/>
            <ac:grpSpMk id="18" creationId="{3599A0B3-364B-1109-24C0-A70B7FBC5AD3}"/>
          </ac:grpSpMkLst>
        </pc:grpChg>
        <pc:picChg chg="add mod">
          <ac:chgData name="s2001017【仙台広瀬】" userId="6ad112a8-f412-410c-8a0f-584406c8e747" providerId="ADAL" clId="{1AC41575-7ECC-42AD-B12B-D188D4CFAB4F}" dt="2023-07-13T02:26:06.073" v="1154"/>
          <ac:picMkLst>
            <pc:docMk/>
            <pc:sldMk cId="2672457903" sldId="263"/>
            <ac:picMk id="6" creationId="{4D2B1201-7876-BBA3-CDAA-5711141D671F}"/>
          </ac:picMkLst>
        </pc:picChg>
      </pc:sldChg>
      <pc:sldChg chg="addSp delSp modSp add del mod ord">
        <pc:chgData name="s2001017【仙台広瀬】" userId="6ad112a8-f412-410c-8a0f-584406c8e747" providerId="ADAL" clId="{1AC41575-7ECC-42AD-B12B-D188D4CFAB4F}" dt="2023-07-13T05:05:15.344" v="2120" actId="47"/>
        <pc:sldMkLst>
          <pc:docMk/>
          <pc:sldMk cId="2373966243" sldId="264"/>
        </pc:sldMkLst>
        <pc:spChg chg="mod">
          <ac:chgData name="s2001017【仙台広瀬】" userId="6ad112a8-f412-410c-8a0f-584406c8e747" providerId="ADAL" clId="{1AC41575-7ECC-42AD-B12B-D188D4CFAB4F}" dt="2023-07-13T05:03:15.554" v="2088" actId="208"/>
          <ac:spMkLst>
            <pc:docMk/>
            <pc:sldMk cId="2373966243" sldId="264"/>
            <ac:spMk id="2" creationId="{BBA845A5-166D-FA80-8218-42CB32E92526}"/>
          </ac:spMkLst>
        </pc:spChg>
        <pc:spChg chg="mod">
          <ac:chgData name="s2001017【仙台広瀬】" userId="6ad112a8-f412-410c-8a0f-584406c8e747" providerId="ADAL" clId="{1AC41575-7ECC-42AD-B12B-D188D4CFAB4F}" dt="2023-07-13T02:26:56.650" v="1159" actId="1076"/>
          <ac:spMkLst>
            <pc:docMk/>
            <pc:sldMk cId="2373966243" sldId="264"/>
            <ac:spMk id="4" creationId="{66342D05-4C03-7564-FB1D-6B33E79D1843}"/>
          </ac:spMkLst>
        </pc:spChg>
        <pc:spChg chg="add mod">
          <ac:chgData name="s2001017【仙台広瀬】" userId="6ad112a8-f412-410c-8a0f-584406c8e747" providerId="ADAL" clId="{1AC41575-7ECC-42AD-B12B-D188D4CFAB4F}" dt="2023-07-13T02:26:07.677" v="1155"/>
          <ac:spMkLst>
            <pc:docMk/>
            <pc:sldMk cId="2373966243" sldId="264"/>
            <ac:spMk id="5" creationId="{EE0F1F52-01DC-605F-0E1B-15CA3D546479}"/>
          </ac:spMkLst>
        </pc:spChg>
        <pc:spChg chg="del topLvl">
          <ac:chgData name="s2001017【仙台広瀬】" userId="6ad112a8-f412-410c-8a0f-584406c8e747" providerId="ADAL" clId="{1AC41575-7ECC-42AD-B12B-D188D4CFAB4F}" dt="2023-07-13T05:03:10.130" v="2085" actId="478"/>
          <ac:spMkLst>
            <pc:docMk/>
            <pc:sldMk cId="2373966243" sldId="264"/>
            <ac:spMk id="14" creationId="{EDBE35FD-06BA-FC77-EB06-B31A37271D94}"/>
          </ac:spMkLst>
        </pc:spChg>
        <pc:spChg chg="del mod topLvl">
          <ac:chgData name="s2001017【仙台広瀬】" userId="6ad112a8-f412-410c-8a0f-584406c8e747" providerId="ADAL" clId="{1AC41575-7ECC-42AD-B12B-D188D4CFAB4F}" dt="2023-07-13T05:03:09.553" v="2084" actId="478"/>
          <ac:spMkLst>
            <pc:docMk/>
            <pc:sldMk cId="2373966243" sldId="264"/>
            <ac:spMk id="15" creationId="{60141C63-8D9E-2B0E-2C2E-3C4BD48ABD2A}"/>
          </ac:spMkLst>
        </pc:spChg>
        <pc:spChg chg="del topLvl">
          <ac:chgData name="s2001017【仙台広瀬】" userId="6ad112a8-f412-410c-8a0f-584406c8e747" providerId="ADAL" clId="{1AC41575-7ECC-42AD-B12B-D188D4CFAB4F}" dt="2023-07-13T05:03:12.336" v="2086" actId="478"/>
          <ac:spMkLst>
            <pc:docMk/>
            <pc:sldMk cId="2373966243" sldId="264"/>
            <ac:spMk id="19" creationId="{EE10FEC7-2390-E6D7-6804-17C7A2BD2030}"/>
          </ac:spMkLst>
        </pc:spChg>
        <pc:spChg chg="mod topLvl">
          <ac:chgData name="s2001017【仙台広瀬】" userId="6ad112a8-f412-410c-8a0f-584406c8e747" providerId="ADAL" clId="{1AC41575-7ECC-42AD-B12B-D188D4CFAB4F}" dt="2023-07-13T05:03:12.336" v="2086" actId="478"/>
          <ac:spMkLst>
            <pc:docMk/>
            <pc:sldMk cId="2373966243" sldId="264"/>
            <ac:spMk id="20" creationId="{EA73AC3E-9082-F7E2-4034-3A75DF75377C}"/>
          </ac:spMkLst>
        </pc:spChg>
        <pc:spChg chg="mod">
          <ac:chgData name="s2001017【仙台広瀬】" userId="6ad112a8-f412-410c-8a0f-584406c8e747" providerId="ADAL" clId="{1AC41575-7ECC-42AD-B12B-D188D4CFAB4F}" dt="2023-07-13T02:17:38.831" v="899" actId="20577"/>
          <ac:spMkLst>
            <pc:docMk/>
            <pc:sldMk cId="2373966243" sldId="264"/>
            <ac:spMk id="23" creationId="{F0B9500B-C943-5D80-E9D2-A436413208FA}"/>
          </ac:spMkLst>
        </pc:spChg>
        <pc:spChg chg="del">
          <ac:chgData name="s2001017【仙台広瀬】" userId="6ad112a8-f412-410c-8a0f-584406c8e747" providerId="ADAL" clId="{1AC41575-7ECC-42AD-B12B-D188D4CFAB4F}" dt="2023-07-13T05:03:07.627" v="2081" actId="478"/>
          <ac:spMkLst>
            <pc:docMk/>
            <pc:sldMk cId="2373966243" sldId="264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5:03:08.242" v="2082" actId="478"/>
          <ac:spMkLst>
            <pc:docMk/>
            <pc:sldMk cId="2373966243" sldId="264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2:17:25.988" v="887" actId="478"/>
          <ac:grpSpMkLst>
            <pc:docMk/>
            <pc:sldMk cId="2373966243" sldId="264"/>
            <ac:grpSpMk id="8" creationId="{56CBC5E9-35EF-882E-66A9-7050146B964F}"/>
          </ac:grpSpMkLst>
        </pc:grpChg>
        <pc:grpChg chg="del">
          <ac:chgData name="s2001017【仙台広瀬】" userId="6ad112a8-f412-410c-8a0f-584406c8e747" providerId="ADAL" clId="{1AC41575-7ECC-42AD-B12B-D188D4CFAB4F}" dt="2023-07-13T02:17:27.724" v="888" actId="478"/>
          <ac:grpSpMkLst>
            <pc:docMk/>
            <pc:sldMk cId="2373966243" sldId="264"/>
            <ac:grpSpMk id="9" creationId="{921DA401-EEBC-4E23-53BD-0C4048F0D894}"/>
          </ac:grpSpMkLst>
        </pc:grpChg>
        <pc:grpChg chg="del">
          <ac:chgData name="s2001017【仙台広瀬】" userId="6ad112a8-f412-410c-8a0f-584406c8e747" providerId="ADAL" clId="{1AC41575-7ECC-42AD-B12B-D188D4CFAB4F}" dt="2023-07-13T05:03:09.553" v="2084" actId="478"/>
          <ac:grpSpMkLst>
            <pc:docMk/>
            <pc:sldMk cId="2373966243" sldId="264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5:03:12.336" v="2086" actId="478"/>
          <ac:grpSpMkLst>
            <pc:docMk/>
            <pc:sldMk cId="2373966243" sldId="264"/>
            <ac:grpSpMk id="18" creationId="{3599A0B3-364B-1109-24C0-A70B7FBC5AD3}"/>
          </ac:grpSpMkLst>
        </pc:grpChg>
        <pc:picChg chg="add mod">
          <ac:chgData name="s2001017【仙台広瀬】" userId="6ad112a8-f412-410c-8a0f-584406c8e747" providerId="ADAL" clId="{1AC41575-7ECC-42AD-B12B-D188D4CFAB4F}" dt="2023-07-13T02:26:07.677" v="1155"/>
          <ac:picMkLst>
            <pc:docMk/>
            <pc:sldMk cId="2373966243" sldId="264"/>
            <ac:picMk id="6" creationId="{160D9EE5-678E-A1C7-791A-C3B6130AC5B6}"/>
          </ac:picMkLst>
        </pc:picChg>
      </pc:sldChg>
      <pc:sldChg chg="addSp delSp modSp add del mod">
        <pc:chgData name="s2001017【仙台広瀬】" userId="6ad112a8-f412-410c-8a0f-584406c8e747" providerId="ADAL" clId="{1AC41575-7ECC-42AD-B12B-D188D4CFAB4F}" dt="2023-07-13T05:05:25.038" v="2127" actId="47"/>
        <pc:sldMkLst>
          <pc:docMk/>
          <pc:sldMk cId="1986016583" sldId="265"/>
        </pc:sldMkLst>
        <pc:spChg chg="add mod">
          <ac:chgData name="s2001017【仙台広瀬】" userId="6ad112a8-f412-410c-8a0f-584406c8e747" providerId="ADAL" clId="{1AC41575-7ECC-42AD-B12B-D188D4CFAB4F}" dt="2023-07-13T02:19:54.477" v="954" actId="1076"/>
          <ac:spMkLst>
            <pc:docMk/>
            <pc:sldMk cId="1986016583" sldId="265"/>
            <ac:spMk id="2" creationId="{C55F3D56-7FED-9C89-F841-60BB5D98D65D}"/>
          </ac:spMkLst>
        </pc:spChg>
        <pc:spChg chg="mod">
          <ac:chgData name="s2001017【仙台広瀬】" userId="6ad112a8-f412-410c-8a0f-584406c8e747" providerId="ADAL" clId="{1AC41575-7ECC-42AD-B12B-D188D4CFAB4F}" dt="2023-07-13T02:21:31.413" v="985" actId="20577"/>
          <ac:spMkLst>
            <pc:docMk/>
            <pc:sldMk cId="1986016583" sldId="265"/>
            <ac:spMk id="4" creationId="{66342D05-4C03-7564-FB1D-6B33E79D1843}"/>
          </ac:spMkLst>
        </pc:spChg>
        <pc:spChg chg="mod topLvl">
          <ac:chgData name="s2001017【仙台広瀬】" userId="6ad112a8-f412-410c-8a0f-584406c8e747" providerId="ADAL" clId="{1AC41575-7ECC-42AD-B12B-D188D4CFAB4F}" dt="2023-07-13T02:19:44.196" v="951" actId="478"/>
          <ac:spMkLst>
            <pc:docMk/>
            <pc:sldMk cId="1986016583" sldId="265"/>
            <ac:spMk id="5" creationId="{A9D5ECD5-4AE7-B653-0E59-76A2ACA1F103}"/>
          </ac:spMkLst>
        </pc:spChg>
        <pc:spChg chg="del">
          <ac:chgData name="s2001017【仙台広瀬】" userId="6ad112a8-f412-410c-8a0f-584406c8e747" providerId="ADAL" clId="{1AC41575-7ECC-42AD-B12B-D188D4CFAB4F}" dt="2023-07-13T02:19:26.986" v="919" actId="478"/>
          <ac:spMkLst>
            <pc:docMk/>
            <pc:sldMk cId="1986016583" sldId="265"/>
            <ac:spMk id="7" creationId="{D992ED08-D1AC-2557-F3D6-4BAF45FCD514}"/>
          </ac:spMkLst>
        </pc:spChg>
        <pc:spChg chg="add mod">
          <ac:chgData name="s2001017【仙台広瀬】" userId="6ad112a8-f412-410c-8a0f-584406c8e747" providerId="ADAL" clId="{1AC41575-7ECC-42AD-B12B-D188D4CFAB4F}" dt="2023-07-13T02:21:52.073" v="1020" actId="20577"/>
          <ac:spMkLst>
            <pc:docMk/>
            <pc:sldMk cId="1986016583" sldId="265"/>
            <ac:spMk id="8" creationId="{980921CA-AEC6-5CB0-81FE-136EB61EC79E}"/>
          </ac:spMkLst>
        </pc:spChg>
        <pc:spChg chg="mod">
          <ac:chgData name="s2001017【仙台広瀬】" userId="6ad112a8-f412-410c-8a0f-584406c8e747" providerId="ADAL" clId="{1AC41575-7ECC-42AD-B12B-D188D4CFAB4F}" dt="2023-07-13T02:20:32.319" v="964"/>
          <ac:spMkLst>
            <pc:docMk/>
            <pc:sldMk cId="1986016583" sldId="265"/>
            <ac:spMk id="11" creationId="{286FC2DC-B1CF-0846-792D-8AC2AB65677A}"/>
          </ac:spMkLst>
        </pc:spChg>
        <pc:spChg chg="add mod">
          <ac:chgData name="s2001017【仙台広瀬】" userId="6ad112a8-f412-410c-8a0f-584406c8e747" providerId="ADAL" clId="{1AC41575-7ECC-42AD-B12B-D188D4CFAB4F}" dt="2023-07-13T02:22:42.638" v="1041" actId="1076"/>
          <ac:spMkLst>
            <pc:docMk/>
            <pc:sldMk cId="1986016583" sldId="265"/>
            <ac:spMk id="16" creationId="{57A82092-E653-2693-9CF1-53293E84C58E}"/>
          </ac:spMkLst>
        </pc:spChg>
        <pc:spChg chg="del">
          <ac:chgData name="s2001017【仙台広瀬】" userId="6ad112a8-f412-410c-8a0f-584406c8e747" providerId="ADAL" clId="{1AC41575-7ECC-42AD-B12B-D188D4CFAB4F}" dt="2023-07-13T02:19:21.827" v="918" actId="478"/>
          <ac:spMkLst>
            <pc:docMk/>
            <pc:sldMk cId="1986016583" sldId="265"/>
            <ac:spMk id="17" creationId="{A42385FF-C3CF-0837-3538-86AE085314E4}"/>
          </ac:spMkLst>
        </pc:spChg>
        <pc:spChg chg="add del mod topLvl">
          <ac:chgData name="s2001017【仙台広瀬】" userId="6ad112a8-f412-410c-8a0f-584406c8e747" providerId="ADAL" clId="{1AC41575-7ECC-42AD-B12B-D188D4CFAB4F}" dt="2023-07-13T04:54:21.527" v="2003" actId="478"/>
          <ac:spMkLst>
            <pc:docMk/>
            <pc:sldMk cId="1986016583" sldId="265"/>
            <ac:spMk id="19" creationId="{5D03B8F3-E097-0999-6391-5CBD0574A5C9}"/>
          </ac:spMkLst>
        </pc:spChg>
        <pc:spChg chg="mod">
          <ac:chgData name="s2001017【仙台広瀬】" userId="6ad112a8-f412-410c-8a0f-584406c8e747" providerId="ADAL" clId="{1AC41575-7ECC-42AD-B12B-D188D4CFAB4F}" dt="2023-07-13T04:56:05.339" v="2017" actId="207"/>
          <ac:spMkLst>
            <pc:docMk/>
            <pc:sldMk cId="1986016583" sldId="265"/>
            <ac:spMk id="32" creationId="{C96DC5EE-8377-6D78-25DD-168E238C0A61}"/>
          </ac:spMkLst>
        </pc:spChg>
        <pc:spChg chg="mod">
          <ac:chgData name="s2001017【仙台広瀬】" userId="6ad112a8-f412-410c-8a0f-584406c8e747" providerId="ADAL" clId="{1AC41575-7ECC-42AD-B12B-D188D4CFAB4F}" dt="2023-07-13T04:56:27.894" v="2022" actId="207"/>
          <ac:spMkLst>
            <pc:docMk/>
            <pc:sldMk cId="1986016583" sldId="265"/>
            <ac:spMk id="34" creationId="{6C59BD84-D81F-A100-5969-8AB8B1B030C1}"/>
          </ac:spMkLst>
        </pc:spChg>
        <pc:spChg chg="del">
          <ac:chgData name="s2001017【仙台広瀬】" userId="6ad112a8-f412-410c-8a0f-584406c8e747" providerId="ADAL" clId="{1AC41575-7ECC-42AD-B12B-D188D4CFAB4F}" dt="2023-07-13T02:19:28.865" v="920" actId="478"/>
          <ac:spMkLst>
            <pc:docMk/>
            <pc:sldMk cId="1986016583" sldId="265"/>
            <ac:spMk id="35" creationId="{7FD04B31-51BE-6B78-1AAC-83EA8584F715}"/>
          </ac:spMkLst>
        </pc:spChg>
        <pc:spChg chg="del">
          <ac:chgData name="s2001017【仙台広瀬】" userId="6ad112a8-f412-410c-8a0f-584406c8e747" providerId="ADAL" clId="{1AC41575-7ECC-42AD-B12B-D188D4CFAB4F}" dt="2023-07-13T02:19:26.986" v="919" actId="478"/>
          <ac:spMkLst>
            <pc:docMk/>
            <pc:sldMk cId="1986016583" sldId="265"/>
            <ac:spMk id="36" creationId="{D45E575E-05DF-EF41-D557-FDDB3C867B13}"/>
          </ac:spMkLst>
        </pc:spChg>
        <pc:spChg chg="del">
          <ac:chgData name="s2001017【仙台広瀬】" userId="6ad112a8-f412-410c-8a0f-584406c8e747" providerId="ADAL" clId="{1AC41575-7ECC-42AD-B12B-D188D4CFAB4F}" dt="2023-07-13T02:19:26.986" v="919" actId="478"/>
          <ac:spMkLst>
            <pc:docMk/>
            <pc:sldMk cId="1986016583" sldId="265"/>
            <ac:spMk id="37" creationId="{0DE50647-E0A8-D35C-7966-EE9109DEE375}"/>
          </ac:spMkLst>
        </pc:spChg>
        <pc:spChg chg="del mod">
          <ac:chgData name="s2001017【仙台広瀬】" userId="6ad112a8-f412-410c-8a0f-584406c8e747" providerId="ADAL" clId="{1AC41575-7ECC-42AD-B12B-D188D4CFAB4F}" dt="2023-07-13T04:54:08.802" v="2001" actId="478"/>
          <ac:spMkLst>
            <pc:docMk/>
            <pc:sldMk cId="1986016583" sldId="265"/>
            <ac:spMk id="38" creationId="{29289AEE-0559-866A-4AAC-FC5654D4957E}"/>
          </ac:spMkLst>
        </pc:spChg>
        <pc:spChg chg="del">
          <ac:chgData name="s2001017【仙台広瀬】" userId="6ad112a8-f412-410c-8a0f-584406c8e747" providerId="ADAL" clId="{1AC41575-7ECC-42AD-B12B-D188D4CFAB4F}" dt="2023-07-13T04:54:08.241" v="1999" actId="478"/>
          <ac:spMkLst>
            <pc:docMk/>
            <pc:sldMk cId="1986016583" sldId="265"/>
            <ac:spMk id="39" creationId="{C5D00415-565F-3DD2-2638-8709B7011F5D}"/>
          </ac:spMkLst>
        </pc:spChg>
        <pc:spChg chg="del">
          <ac:chgData name="s2001017【仙台広瀬】" userId="6ad112a8-f412-410c-8a0f-584406c8e747" providerId="ADAL" clId="{1AC41575-7ECC-42AD-B12B-D188D4CFAB4F}" dt="2023-07-13T02:19:30.730" v="921" actId="478"/>
          <ac:spMkLst>
            <pc:docMk/>
            <pc:sldMk cId="1986016583" sldId="265"/>
            <ac:spMk id="40" creationId="{D39AE717-8742-8214-0EAB-604FA0CDD955}"/>
          </ac:spMkLst>
        </pc:spChg>
        <pc:grpChg chg="add del mod">
          <ac:chgData name="s2001017【仙台広瀬】" userId="6ad112a8-f412-410c-8a0f-584406c8e747" providerId="ADAL" clId="{1AC41575-7ECC-42AD-B12B-D188D4CFAB4F}" dt="2023-07-13T02:19:44.196" v="951" actId="478"/>
          <ac:grpSpMkLst>
            <pc:docMk/>
            <pc:sldMk cId="1986016583" sldId="265"/>
            <ac:grpSpMk id="3" creationId="{7AF6974F-420B-C144-880E-4AF6D3A8FE13}"/>
          </ac:grpSpMkLst>
        </pc:grpChg>
        <pc:grpChg chg="add del mod">
          <ac:chgData name="s2001017【仙台広瀬】" userId="6ad112a8-f412-410c-8a0f-584406c8e747" providerId="ADAL" clId="{1AC41575-7ECC-42AD-B12B-D188D4CFAB4F}" dt="2023-07-13T02:21:36.079" v="987" actId="478"/>
          <ac:grpSpMkLst>
            <pc:docMk/>
            <pc:sldMk cId="1986016583" sldId="265"/>
            <ac:grpSpMk id="10" creationId="{6AB25C49-BEAF-D2EC-6D28-0FD91D293E36}"/>
          </ac:grpSpMkLst>
        </pc:grpChg>
        <pc:grpChg chg="del">
          <ac:chgData name="s2001017【仙台広瀬】" userId="6ad112a8-f412-410c-8a0f-584406c8e747" providerId="ADAL" clId="{1AC41575-7ECC-42AD-B12B-D188D4CFAB4F}" dt="2023-07-13T04:54:07.165" v="1998" actId="478"/>
          <ac:grpSpMkLst>
            <pc:docMk/>
            <pc:sldMk cId="1986016583" sldId="265"/>
            <ac:grpSpMk id="13" creationId="{E1AF6DAA-D1BF-F491-1087-BC7B3BB14040}"/>
          </ac:grpSpMkLst>
        </pc:grpChg>
        <pc:grpChg chg="add del mod">
          <ac:chgData name="s2001017【仙台広瀬】" userId="6ad112a8-f412-410c-8a0f-584406c8e747" providerId="ADAL" clId="{1AC41575-7ECC-42AD-B12B-D188D4CFAB4F}" dt="2023-07-13T04:54:21.527" v="2003" actId="478"/>
          <ac:grpSpMkLst>
            <pc:docMk/>
            <pc:sldMk cId="1986016583" sldId="265"/>
            <ac:grpSpMk id="21" creationId="{D79D9833-F126-BEC9-3908-D2FB3C6B5B49}"/>
          </ac:grpSpMkLst>
        </pc:grpChg>
        <pc:picChg chg="del mod topLvl">
          <ac:chgData name="s2001017【仙台広瀬】" userId="6ad112a8-f412-410c-8a0f-584406c8e747" providerId="ADAL" clId="{1AC41575-7ECC-42AD-B12B-D188D4CFAB4F}" dt="2023-07-13T02:19:44.196" v="951" actId="478"/>
          <ac:picMkLst>
            <pc:docMk/>
            <pc:sldMk cId="1986016583" sldId="265"/>
            <ac:picMk id="6" creationId="{AA181C00-204F-3EEA-28B8-4B1D2D5C0E00}"/>
          </ac:picMkLst>
        </pc:picChg>
        <pc:picChg chg="add mod ord">
          <ac:chgData name="s2001017【仙台広瀬】" userId="6ad112a8-f412-410c-8a0f-584406c8e747" providerId="ADAL" clId="{1AC41575-7ECC-42AD-B12B-D188D4CFAB4F}" dt="2023-07-13T02:20:47.885" v="967" actId="1035"/>
          <ac:picMkLst>
            <pc:docMk/>
            <pc:sldMk cId="1986016583" sldId="265"/>
            <ac:picMk id="9" creationId="{FA826A93-C6FC-89C1-C499-3E45573289F2}"/>
          </ac:picMkLst>
        </pc:picChg>
        <pc:picChg chg="mod">
          <ac:chgData name="s2001017【仙台広瀬】" userId="6ad112a8-f412-410c-8a0f-584406c8e747" providerId="ADAL" clId="{1AC41575-7ECC-42AD-B12B-D188D4CFAB4F}" dt="2023-07-13T02:20:32.319" v="964"/>
          <ac:picMkLst>
            <pc:docMk/>
            <pc:sldMk cId="1986016583" sldId="265"/>
            <ac:picMk id="12" creationId="{76C0F3B6-FF2C-71ED-7A80-BBAD3564B630}"/>
          </ac:picMkLst>
        </pc:picChg>
        <pc:picChg chg="add mod modCrop">
          <ac:chgData name="s2001017【仙台広瀬】" userId="6ad112a8-f412-410c-8a0f-584406c8e747" providerId="ADAL" clId="{1AC41575-7ECC-42AD-B12B-D188D4CFAB4F}" dt="2023-07-13T04:56:38.533" v="2024" actId="732"/>
          <ac:picMkLst>
            <pc:docMk/>
            <pc:sldMk cId="1986016583" sldId="265"/>
            <ac:picMk id="18" creationId="{AFF22550-D235-9915-7B58-B4B08618CF67}"/>
          </ac:picMkLst>
        </pc:picChg>
        <pc:picChg chg="add mod ord topLvl modCrop">
          <ac:chgData name="s2001017【仙台広瀬】" userId="6ad112a8-f412-410c-8a0f-584406c8e747" providerId="ADAL" clId="{1AC41575-7ECC-42AD-B12B-D188D4CFAB4F}" dt="2023-07-13T04:56:18.660" v="2021" actId="167"/>
          <ac:picMkLst>
            <pc:docMk/>
            <pc:sldMk cId="1986016583" sldId="265"/>
            <ac:picMk id="20" creationId="{8AF4ABC5-F5BC-3BF9-0FFC-17C3BB9F6EE0}"/>
          </ac:picMkLst>
        </pc:picChg>
      </pc:sldChg>
      <pc:sldChg chg="addSp delSp modSp new mod">
        <pc:chgData name="s2001017【仙台広瀬】" userId="6ad112a8-f412-410c-8a0f-584406c8e747" providerId="ADAL" clId="{1AC41575-7ECC-42AD-B12B-D188D4CFAB4F}" dt="2023-07-13T04:24:07.686" v="1770" actId="478"/>
        <pc:sldMkLst>
          <pc:docMk/>
          <pc:sldMk cId="1207606183" sldId="266"/>
        </pc:sldMkLst>
        <pc:spChg chg="del">
          <ac:chgData name="s2001017【仙台広瀬】" userId="6ad112a8-f412-410c-8a0f-584406c8e747" providerId="ADAL" clId="{1AC41575-7ECC-42AD-B12B-D188D4CFAB4F}" dt="2023-07-13T02:26:52.291" v="1157" actId="478"/>
          <ac:spMkLst>
            <pc:docMk/>
            <pc:sldMk cId="1207606183" sldId="266"/>
            <ac:spMk id="2" creationId="{B1DD3E00-AFA9-9C65-AAA6-5AD59F22DC80}"/>
          </ac:spMkLst>
        </pc:spChg>
        <pc:spChg chg="del">
          <ac:chgData name="s2001017【仙台広瀬】" userId="6ad112a8-f412-410c-8a0f-584406c8e747" providerId="ADAL" clId="{1AC41575-7ECC-42AD-B12B-D188D4CFAB4F}" dt="2023-07-13T02:26:54.227" v="1158" actId="478"/>
          <ac:spMkLst>
            <pc:docMk/>
            <pc:sldMk cId="1207606183" sldId="266"/>
            <ac:spMk id="3" creationId="{D808FC3D-6C9D-F3BE-EB52-E86074BE630F}"/>
          </ac:spMkLst>
        </pc:spChg>
        <pc:spChg chg="add mod">
          <ac:chgData name="s2001017【仙台広瀬】" userId="6ad112a8-f412-410c-8a0f-584406c8e747" providerId="ADAL" clId="{1AC41575-7ECC-42AD-B12B-D188D4CFAB4F}" dt="2023-07-13T02:30:13.893" v="1223" actId="20577"/>
          <ac:spMkLst>
            <pc:docMk/>
            <pc:sldMk cId="1207606183" sldId="266"/>
            <ac:spMk id="4" creationId="{720531C9-226B-2112-FEA4-295E119A8D44}"/>
          </ac:spMkLst>
        </pc:spChg>
        <pc:spChg chg="add mod">
          <ac:chgData name="s2001017【仙台広瀬】" userId="6ad112a8-f412-410c-8a0f-584406c8e747" providerId="ADAL" clId="{1AC41575-7ECC-42AD-B12B-D188D4CFAB4F}" dt="2023-07-13T02:32:19.646" v="1259" actId="164"/>
          <ac:spMkLst>
            <pc:docMk/>
            <pc:sldMk cId="1207606183" sldId="266"/>
            <ac:spMk id="5" creationId="{143769CD-7C0A-9E29-E297-532FA42724A3}"/>
          </ac:spMkLst>
        </pc:spChg>
        <pc:spChg chg="add del mod">
          <ac:chgData name="s2001017【仙台広瀬】" userId="6ad112a8-f412-410c-8a0f-584406c8e747" providerId="ADAL" clId="{1AC41575-7ECC-42AD-B12B-D188D4CFAB4F}" dt="2023-07-13T02:30:24.942" v="1225" actId="478"/>
          <ac:spMkLst>
            <pc:docMk/>
            <pc:sldMk cId="1207606183" sldId="266"/>
            <ac:spMk id="6" creationId="{70168F7E-BF5C-6269-CAE6-DB4D14CB0E75}"/>
          </ac:spMkLst>
        </pc:spChg>
        <pc:spChg chg="add del mod">
          <ac:chgData name="s2001017【仙台広瀬】" userId="6ad112a8-f412-410c-8a0f-584406c8e747" providerId="ADAL" clId="{1AC41575-7ECC-42AD-B12B-D188D4CFAB4F}" dt="2023-07-13T02:31:40.279" v="1255" actId="478"/>
          <ac:spMkLst>
            <pc:docMk/>
            <pc:sldMk cId="1207606183" sldId="266"/>
            <ac:spMk id="7" creationId="{E74CBC37-3E1A-F5FA-1FF5-A05917F2FBA1}"/>
          </ac:spMkLst>
        </pc:spChg>
        <pc:spChg chg="add del mod">
          <ac:chgData name="s2001017【仙台広瀬】" userId="6ad112a8-f412-410c-8a0f-584406c8e747" providerId="ADAL" clId="{1AC41575-7ECC-42AD-B12B-D188D4CFAB4F}" dt="2023-07-13T02:30:25.392" v="1226" actId="478"/>
          <ac:spMkLst>
            <pc:docMk/>
            <pc:sldMk cId="1207606183" sldId="266"/>
            <ac:spMk id="8" creationId="{96544A44-9C4D-FF37-DC55-21BA77786831}"/>
          </ac:spMkLst>
        </pc:spChg>
        <pc:spChg chg="add mod">
          <ac:chgData name="s2001017【仙台広瀬】" userId="6ad112a8-f412-410c-8a0f-584406c8e747" providerId="ADAL" clId="{1AC41575-7ECC-42AD-B12B-D188D4CFAB4F}" dt="2023-07-13T02:32:19.646" v="1259" actId="164"/>
          <ac:spMkLst>
            <pc:docMk/>
            <pc:sldMk cId="1207606183" sldId="266"/>
            <ac:spMk id="9" creationId="{E6F854BB-1709-8B65-3627-51C588C8172D}"/>
          </ac:spMkLst>
        </pc:spChg>
        <pc:spChg chg="add del mod">
          <ac:chgData name="s2001017【仙台広瀬】" userId="6ad112a8-f412-410c-8a0f-584406c8e747" providerId="ADAL" clId="{1AC41575-7ECC-42AD-B12B-D188D4CFAB4F}" dt="2023-07-13T02:31:38.556" v="1254"/>
          <ac:spMkLst>
            <pc:docMk/>
            <pc:sldMk cId="1207606183" sldId="266"/>
            <ac:spMk id="10" creationId="{3C265F9F-4331-9B19-088C-297C176CB70B}"/>
          </ac:spMkLst>
        </pc:spChg>
        <pc:spChg chg="add del mod">
          <ac:chgData name="s2001017【仙台広瀬】" userId="6ad112a8-f412-410c-8a0f-584406c8e747" providerId="ADAL" clId="{1AC41575-7ECC-42AD-B12B-D188D4CFAB4F}" dt="2023-07-13T02:31:37.356" v="1252"/>
          <ac:spMkLst>
            <pc:docMk/>
            <pc:sldMk cId="1207606183" sldId="266"/>
            <ac:spMk id="11" creationId="{08CA1630-3A02-1E9D-9470-93954F0E1D6B}"/>
          </ac:spMkLst>
        </pc:spChg>
        <pc:spChg chg="mod">
          <ac:chgData name="s2001017【仙台広瀬】" userId="6ad112a8-f412-410c-8a0f-584406c8e747" providerId="ADAL" clId="{1AC41575-7ECC-42AD-B12B-D188D4CFAB4F}" dt="2023-07-13T04:22:53.378" v="1754"/>
          <ac:spMkLst>
            <pc:docMk/>
            <pc:sldMk cId="1207606183" sldId="266"/>
            <ac:spMk id="11" creationId="{E1647544-95D7-ED30-EBA3-C820200A0EAE}"/>
          </ac:spMkLst>
        </pc:spChg>
        <pc:spChg chg="mod">
          <ac:chgData name="s2001017【仙台広瀬】" userId="6ad112a8-f412-410c-8a0f-584406c8e747" providerId="ADAL" clId="{1AC41575-7ECC-42AD-B12B-D188D4CFAB4F}" dt="2023-07-13T04:22:53.378" v="1754"/>
          <ac:spMkLst>
            <pc:docMk/>
            <pc:sldMk cId="1207606183" sldId="266"/>
            <ac:spMk id="12" creationId="{0E17A74B-7780-7239-00F9-9670B6DF1201}"/>
          </ac:spMkLst>
        </pc:spChg>
        <pc:spChg chg="add del mod">
          <ac:chgData name="s2001017【仙台広瀬】" userId="6ad112a8-f412-410c-8a0f-584406c8e747" providerId="ADAL" clId="{1AC41575-7ECC-42AD-B12B-D188D4CFAB4F}" dt="2023-07-13T02:31:37.356" v="1252"/>
          <ac:spMkLst>
            <pc:docMk/>
            <pc:sldMk cId="1207606183" sldId="266"/>
            <ac:spMk id="12" creationId="{A3805621-47D4-1F66-69BB-7BDE5D98157C}"/>
          </ac:spMkLst>
        </pc:spChg>
        <pc:spChg chg="add del mod">
          <ac:chgData name="s2001017【仙台広瀬】" userId="6ad112a8-f412-410c-8a0f-584406c8e747" providerId="ADAL" clId="{1AC41575-7ECC-42AD-B12B-D188D4CFAB4F}" dt="2023-07-13T02:31:36.973" v="1251"/>
          <ac:spMkLst>
            <pc:docMk/>
            <pc:sldMk cId="1207606183" sldId="266"/>
            <ac:spMk id="13" creationId="{A28F9132-0E01-2502-09C1-D0A5A25DB13D}"/>
          </ac:spMkLst>
        </pc:spChg>
        <pc:spChg chg="add del mod">
          <ac:chgData name="s2001017【仙台広瀬】" userId="6ad112a8-f412-410c-8a0f-584406c8e747" providerId="ADAL" clId="{1AC41575-7ECC-42AD-B12B-D188D4CFAB4F}" dt="2023-07-13T02:31:36.973" v="1251"/>
          <ac:spMkLst>
            <pc:docMk/>
            <pc:sldMk cId="1207606183" sldId="266"/>
            <ac:spMk id="14" creationId="{9C515C58-6DB5-1714-1103-084EC8C10EA7}"/>
          </ac:spMkLst>
        </pc:spChg>
        <pc:spChg chg="add del mod">
          <ac:chgData name="s2001017【仙台広瀬】" userId="6ad112a8-f412-410c-8a0f-584406c8e747" providerId="ADAL" clId="{1AC41575-7ECC-42AD-B12B-D188D4CFAB4F}" dt="2023-07-13T02:31:36.750" v="1250"/>
          <ac:spMkLst>
            <pc:docMk/>
            <pc:sldMk cId="1207606183" sldId="266"/>
            <ac:spMk id="15" creationId="{F95F1B24-3FD5-BDD0-9A96-6D358AC456FC}"/>
          </ac:spMkLst>
        </pc:spChg>
        <pc:spChg chg="add del mod">
          <ac:chgData name="s2001017【仙台広瀬】" userId="6ad112a8-f412-410c-8a0f-584406c8e747" providerId="ADAL" clId="{1AC41575-7ECC-42AD-B12B-D188D4CFAB4F}" dt="2023-07-13T02:31:36.750" v="1250"/>
          <ac:spMkLst>
            <pc:docMk/>
            <pc:sldMk cId="1207606183" sldId="266"/>
            <ac:spMk id="16" creationId="{F9CDCA7E-F93A-1E2C-6CF8-E2D7710011BD}"/>
          </ac:spMkLst>
        </pc:spChg>
        <pc:spChg chg="add del mod">
          <ac:chgData name="s2001017【仙台広瀬】" userId="6ad112a8-f412-410c-8a0f-584406c8e747" providerId="ADAL" clId="{1AC41575-7ECC-42AD-B12B-D188D4CFAB4F}" dt="2023-07-13T02:31:36.561" v="1249"/>
          <ac:spMkLst>
            <pc:docMk/>
            <pc:sldMk cId="1207606183" sldId="266"/>
            <ac:spMk id="17" creationId="{7C1173F4-5B04-01C6-E303-4578EBB1728E}"/>
          </ac:spMkLst>
        </pc:spChg>
        <pc:spChg chg="add del mod">
          <ac:chgData name="s2001017【仙台広瀬】" userId="6ad112a8-f412-410c-8a0f-584406c8e747" providerId="ADAL" clId="{1AC41575-7ECC-42AD-B12B-D188D4CFAB4F}" dt="2023-07-13T02:31:36.561" v="1249"/>
          <ac:spMkLst>
            <pc:docMk/>
            <pc:sldMk cId="1207606183" sldId="266"/>
            <ac:spMk id="18" creationId="{8DFCFED7-D921-9240-637B-22A0CB5528ED}"/>
          </ac:spMkLst>
        </pc:spChg>
        <pc:spChg chg="mod">
          <ac:chgData name="s2001017【仙台広瀬】" userId="6ad112a8-f412-410c-8a0f-584406c8e747" providerId="ADAL" clId="{1AC41575-7ECC-42AD-B12B-D188D4CFAB4F}" dt="2023-07-13T02:32:21.035" v="1260"/>
          <ac:spMkLst>
            <pc:docMk/>
            <pc:sldMk cId="1207606183" sldId="266"/>
            <ac:spMk id="21" creationId="{EFA19B86-B103-87E8-C8B9-9C6477663FDA}"/>
          </ac:spMkLst>
        </pc:spChg>
        <pc:spChg chg="mod">
          <ac:chgData name="s2001017【仙台広瀬】" userId="6ad112a8-f412-410c-8a0f-584406c8e747" providerId="ADAL" clId="{1AC41575-7ECC-42AD-B12B-D188D4CFAB4F}" dt="2023-07-13T02:32:39.688" v="1270" actId="20577"/>
          <ac:spMkLst>
            <pc:docMk/>
            <pc:sldMk cId="1207606183" sldId="266"/>
            <ac:spMk id="22" creationId="{B6065BBC-36FF-ACFF-1E0F-87DD1230FBAF}"/>
          </ac:spMkLst>
        </pc:spChg>
        <pc:spChg chg="mod">
          <ac:chgData name="s2001017【仙台広瀬】" userId="6ad112a8-f412-410c-8a0f-584406c8e747" providerId="ADAL" clId="{1AC41575-7ECC-42AD-B12B-D188D4CFAB4F}" dt="2023-07-13T02:32:23.754" v="1262"/>
          <ac:spMkLst>
            <pc:docMk/>
            <pc:sldMk cId="1207606183" sldId="266"/>
            <ac:spMk id="24" creationId="{B2631E7B-57E5-F724-A5F9-FBD77287FBEA}"/>
          </ac:spMkLst>
        </pc:spChg>
        <pc:spChg chg="mod">
          <ac:chgData name="s2001017【仙台広瀬】" userId="6ad112a8-f412-410c-8a0f-584406c8e747" providerId="ADAL" clId="{1AC41575-7ECC-42AD-B12B-D188D4CFAB4F}" dt="2023-07-13T02:32:41.959" v="1273" actId="20577"/>
          <ac:spMkLst>
            <pc:docMk/>
            <pc:sldMk cId="1207606183" sldId="266"/>
            <ac:spMk id="25" creationId="{EA1A8844-F049-8126-1F6B-42EF53413A5F}"/>
          </ac:spMkLst>
        </pc:spChg>
        <pc:spChg chg="mod">
          <ac:chgData name="s2001017【仙台広瀬】" userId="6ad112a8-f412-410c-8a0f-584406c8e747" providerId="ADAL" clId="{1AC41575-7ECC-42AD-B12B-D188D4CFAB4F}" dt="2023-07-13T02:32:27.785" v="1264"/>
          <ac:spMkLst>
            <pc:docMk/>
            <pc:sldMk cId="1207606183" sldId="266"/>
            <ac:spMk id="27" creationId="{83779CF9-778D-F48D-A8C0-B42743F94DFD}"/>
          </ac:spMkLst>
        </pc:spChg>
        <pc:spChg chg="mod">
          <ac:chgData name="s2001017【仙台広瀬】" userId="6ad112a8-f412-410c-8a0f-584406c8e747" providerId="ADAL" clId="{1AC41575-7ECC-42AD-B12B-D188D4CFAB4F}" dt="2023-07-13T02:32:44.352" v="1276" actId="20577"/>
          <ac:spMkLst>
            <pc:docMk/>
            <pc:sldMk cId="1207606183" sldId="266"/>
            <ac:spMk id="28" creationId="{B7BBE2BA-739D-DDD3-1D7C-340DC7F5BA7C}"/>
          </ac:spMkLst>
        </pc:spChg>
        <pc:spChg chg="mod">
          <ac:chgData name="s2001017【仙台広瀬】" userId="6ad112a8-f412-410c-8a0f-584406c8e747" providerId="ADAL" clId="{1AC41575-7ECC-42AD-B12B-D188D4CFAB4F}" dt="2023-07-13T02:32:32.239" v="1266"/>
          <ac:spMkLst>
            <pc:docMk/>
            <pc:sldMk cId="1207606183" sldId="266"/>
            <ac:spMk id="30" creationId="{D06FED1E-6242-38DF-CC7D-49F67A74B63B}"/>
          </ac:spMkLst>
        </pc:spChg>
        <pc:spChg chg="mod">
          <ac:chgData name="s2001017【仙台広瀬】" userId="6ad112a8-f412-410c-8a0f-584406c8e747" providerId="ADAL" clId="{1AC41575-7ECC-42AD-B12B-D188D4CFAB4F}" dt="2023-07-13T02:32:46.765" v="1279" actId="20577"/>
          <ac:spMkLst>
            <pc:docMk/>
            <pc:sldMk cId="1207606183" sldId="266"/>
            <ac:spMk id="31" creationId="{AFA516AA-9068-4CDD-65DD-D712DB5D0E3F}"/>
          </ac:spMkLst>
        </pc:spChg>
        <pc:spChg chg="mod topLvl">
          <ac:chgData name="s2001017【仙台広瀬】" userId="6ad112a8-f412-410c-8a0f-584406c8e747" providerId="ADAL" clId="{1AC41575-7ECC-42AD-B12B-D188D4CFAB4F}" dt="2023-07-13T02:34:08.827" v="1282" actId="478"/>
          <ac:spMkLst>
            <pc:docMk/>
            <pc:sldMk cId="1207606183" sldId="266"/>
            <ac:spMk id="33" creationId="{F2D4F206-AEAB-2F44-0548-243401D89E13}"/>
          </ac:spMkLst>
        </pc:spChg>
        <pc:spChg chg="del mod topLvl">
          <ac:chgData name="s2001017【仙台広瀬】" userId="6ad112a8-f412-410c-8a0f-584406c8e747" providerId="ADAL" clId="{1AC41575-7ECC-42AD-B12B-D188D4CFAB4F}" dt="2023-07-13T02:34:08.827" v="1282" actId="478"/>
          <ac:spMkLst>
            <pc:docMk/>
            <pc:sldMk cId="1207606183" sldId="266"/>
            <ac:spMk id="34" creationId="{5A41DFC5-3A6F-C6DF-CC7B-681B74658679}"/>
          </ac:spMkLst>
        </pc:spChg>
        <pc:spChg chg="add mod">
          <ac:chgData name="s2001017【仙台広瀬】" userId="6ad112a8-f412-410c-8a0f-584406c8e747" providerId="ADAL" clId="{1AC41575-7ECC-42AD-B12B-D188D4CFAB4F}" dt="2023-07-13T02:37:21.079" v="1297" actId="688"/>
          <ac:spMkLst>
            <pc:docMk/>
            <pc:sldMk cId="1207606183" sldId="266"/>
            <ac:spMk id="35" creationId="{9AC46360-18DC-D7DD-9C5D-FA28428C616A}"/>
          </ac:spMkLst>
        </pc:spChg>
        <pc:spChg chg="add mod">
          <ac:chgData name="s2001017【仙台広瀬】" userId="6ad112a8-f412-410c-8a0f-584406c8e747" providerId="ADAL" clId="{1AC41575-7ECC-42AD-B12B-D188D4CFAB4F}" dt="2023-07-13T02:37:14.244" v="1296" actId="1076"/>
          <ac:spMkLst>
            <pc:docMk/>
            <pc:sldMk cId="1207606183" sldId="266"/>
            <ac:spMk id="36" creationId="{5A350E3E-5274-77D5-D661-B0F1F42D78C6}"/>
          </ac:spMkLst>
        </pc:spChg>
        <pc:spChg chg="add mod">
          <ac:chgData name="s2001017【仙台広瀬】" userId="6ad112a8-f412-410c-8a0f-584406c8e747" providerId="ADAL" clId="{1AC41575-7ECC-42AD-B12B-D188D4CFAB4F}" dt="2023-07-13T02:39:33.188" v="1332" actId="1076"/>
          <ac:spMkLst>
            <pc:docMk/>
            <pc:sldMk cId="1207606183" sldId="266"/>
            <ac:spMk id="41" creationId="{68430714-92C8-C49E-3993-24F939CD622B}"/>
          </ac:spMkLst>
        </pc:spChg>
        <pc:spChg chg="add mod">
          <ac:chgData name="s2001017【仙台広瀬】" userId="6ad112a8-f412-410c-8a0f-584406c8e747" providerId="ADAL" clId="{1AC41575-7ECC-42AD-B12B-D188D4CFAB4F}" dt="2023-07-13T02:38:21.278" v="1320" actId="1037"/>
          <ac:spMkLst>
            <pc:docMk/>
            <pc:sldMk cId="1207606183" sldId="266"/>
            <ac:spMk id="42" creationId="{7939AB5E-8A2B-DDC8-1457-0AC0C1ABC94A}"/>
          </ac:spMkLst>
        </pc:spChg>
        <pc:spChg chg="add mod">
          <ac:chgData name="s2001017【仙台広瀬】" userId="6ad112a8-f412-410c-8a0f-584406c8e747" providerId="ADAL" clId="{1AC41575-7ECC-42AD-B12B-D188D4CFAB4F}" dt="2023-07-13T02:38:27.355" v="1325" actId="1038"/>
          <ac:spMkLst>
            <pc:docMk/>
            <pc:sldMk cId="1207606183" sldId="266"/>
            <ac:spMk id="43" creationId="{B3786310-DBEE-967B-FB40-272C30447DD3}"/>
          </ac:spMkLst>
        </pc:spChg>
        <pc:spChg chg="add mod">
          <ac:chgData name="s2001017【仙台広瀬】" userId="6ad112a8-f412-410c-8a0f-584406c8e747" providerId="ADAL" clId="{1AC41575-7ECC-42AD-B12B-D188D4CFAB4F}" dt="2023-07-13T02:38:57.959" v="1327" actId="1076"/>
          <ac:spMkLst>
            <pc:docMk/>
            <pc:sldMk cId="1207606183" sldId="266"/>
            <ac:spMk id="45" creationId="{F260292C-01DC-F5BA-E25C-E5FD7921E70C}"/>
          </ac:spMkLst>
        </pc:spChg>
        <pc:spChg chg="add del mod">
          <ac:chgData name="s2001017【仙台広瀬】" userId="6ad112a8-f412-410c-8a0f-584406c8e747" providerId="ADAL" clId="{1AC41575-7ECC-42AD-B12B-D188D4CFAB4F}" dt="2023-07-13T02:42:21.648" v="1392" actId="11529"/>
          <ac:spMkLst>
            <pc:docMk/>
            <pc:sldMk cId="1207606183" sldId="266"/>
            <ac:spMk id="49" creationId="{CBCB49B5-C26D-149C-9643-87AD7466BB94}"/>
          </ac:spMkLst>
        </pc:spChg>
        <pc:spChg chg="add del mod">
          <ac:chgData name="s2001017【仙台広瀬】" userId="6ad112a8-f412-410c-8a0f-584406c8e747" providerId="ADAL" clId="{1AC41575-7ECC-42AD-B12B-D188D4CFAB4F}" dt="2023-07-13T02:42:19.029" v="1385"/>
          <ac:spMkLst>
            <pc:docMk/>
            <pc:sldMk cId="1207606183" sldId="266"/>
            <ac:spMk id="50" creationId="{DE3F107A-3EBE-7C5F-5BBF-6A83287BCB09}"/>
          </ac:spMkLst>
        </pc:spChg>
        <pc:spChg chg="add mod">
          <ac:chgData name="s2001017【仙台広瀬】" userId="6ad112a8-f412-410c-8a0f-584406c8e747" providerId="ADAL" clId="{1AC41575-7ECC-42AD-B12B-D188D4CFAB4F}" dt="2023-07-13T02:44:25.210" v="1463" actId="20577"/>
          <ac:spMkLst>
            <pc:docMk/>
            <pc:sldMk cId="1207606183" sldId="266"/>
            <ac:spMk id="53" creationId="{B8A1141B-1122-B166-7FFA-E9724132D1DF}"/>
          </ac:spMkLst>
        </pc:spChg>
        <pc:grpChg chg="add del mod">
          <ac:chgData name="s2001017【仙台広瀬】" userId="6ad112a8-f412-410c-8a0f-584406c8e747" providerId="ADAL" clId="{1AC41575-7ECC-42AD-B12B-D188D4CFAB4F}" dt="2023-07-13T04:22:57.062" v="1757"/>
          <ac:grpSpMkLst>
            <pc:docMk/>
            <pc:sldMk cId="1207606183" sldId="266"/>
            <ac:grpSpMk id="10" creationId="{BFF845F1-8244-91A2-D809-C51857302A92}"/>
          </ac:grpSpMkLst>
        </pc:grpChg>
        <pc:grpChg chg="add mod">
          <ac:chgData name="s2001017【仙台広瀬】" userId="6ad112a8-f412-410c-8a0f-584406c8e747" providerId="ADAL" clId="{1AC41575-7ECC-42AD-B12B-D188D4CFAB4F}" dt="2023-07-13T02:32:19.646" v="1259" actId="164"/>
          <ac:grpSpMkLst>
            <pc:docMk/>
            <pc:sldMk cId="1207606183" sldId="266"/>
            <ac:grpSpMk id="19" creationId="{FD2AAC02-E7E6-B7F4-8B34-D89A8A4051A7}"/>
          </ac:grpSpMkLst>
        </pc:grpChg>
        <pc:grpChg chg="add mod">
          <ac:chgData name="s2001017【仙台広瀬】" userId="6ad112a8-f412-410c-8a0f-584406c8e747" providerId="ADAL" clId="{1AC41575-7ECC-42AD-B12B-D188D4CFAB4F}" dt="2023-07-13T02:32:23.057" v="1261" actId="1076"/>
          <ac:grpSpMkLst>
            <pc:docMk/>
            <pc:sldMk cId="1207606183" sldId="266"/>
            <ac:grpSpMk id="20" creationId="{9CF2DC15-D917-D62D-F750-2D7131536847}"/>
          </ac:grpSpMkLst>
        </pc:grpChg>
        <pc:grpChg chg="add mod">
          <ac:chgData name="s2001017【仙台広瀬】" userId="6ad112a8-f412-410c-8a0f-584406c8e747" providerId="ADAL" clId="{1AC41575-7ECC-42AD-B12B-D188D4CFAB4F}" dt="2023-07-13T04:22:48.591" v="1753" actId="1076"/>
          <ac:grpSpMkLst>
            <pc:docMk/>
            <pc:sldMk cId="1207606183" sldId="266"/>
            <ac:grpSpMk id="23" creationId="{FF8AEE61-6EBA-A8E1-E1EC-44E2312D6B23}"/>
          </ac:grpSpMkLst>
        </pc:grpChg>
        <pc:grpChg chg="add mod">
          <ac:chgData name="s2001017【仙台広瀬】" userId="6ad112a8-f412-410c-8a0f-584406c8e747" providerId="ADAL" clId="{1AC41575-7ECC-42AD-B12B-D188D4CFAB4F}" dt="2023-07-13T02:32:31.549" v="1265" actId="1076"/>
          <ac:grpSpMkLst>
            <pc:docMk/>
            <pc:sldMk cId="1207606183" sldId="266"/>
            <ac:grpSpMk id="26" creationId="{075302DC-E711-C4D4-9878-B390E3C0F80C}"/>
          </ac:grpSpMkLst>
        </pc:grpChg>
        <pc:grpChg chg="add mod">
          <ac:chgData name="s2001017【仙台広瀬】" userId="6ad112a8-f412-410c-8a0f-584406c8e747" providerId="ADAL" clId="{1AC41575-7ECC-42AD-B12B-D188D4CFAB4F}" dt="2023-07-13T02:32:36.780" v="1267" actId="1076"/>
          <ac:grpSpMkLst>
            <pc:docMk/>
            <pc:sldMk cId="1207606183" sldId="266"/>
            <ac:grpSpMk id="29" creationId="{6733240F-C746-9310-BDD7-A15A670BDEB9}"/>
          </ac:grpSpMkLst>
        </pc:grpChg>
        <pc:grpChg chg="add del mod">
          <ac:chgData name="s2001017【仙台広瀬】" userId="6ad112a8-f412-410c-8a0f-584406c8e747" providerId="ADAL" clId="{1AC41575-7ECC-42AD-B12B-D188D4CFAB4F}" dt="2023-07-13T02:34:08.827" v="1282" actId="478"/>
          <ac:grpSpMkLst>
            <pc:docMk/>
            <pc:sldMk cId="1207606183" sldId="266"/>
            <ac:grpSpMk id="32" creationId="{33260B33-14E4-DE01-19B8-A51FACF87DB1}"/>
          </ac:grpSpMkLst>
        </pc:grpChg>
        <pc:grpChg chg="add del mod">
          <ac:chgData name="s2001017【仙台広瀬】" userId="6ad112a8-f412-410c-8a0f-584406c8e747" providerId="ADAL" clId="{1AC41575-7ECC-42AD-B12B-D188D4CFAB4F}" dt="2023-07-13T02:42:17.415" v="1380" actId="164"/>
          <ac:grpSpMkLst>
            <pc:docMk/>
            <pc:sldMk cId="1207606183" sldId="266"/>
            <ac:grpSpMk id="51" creationId="{326C0258-CF02-94FD-239A-82494967A468}"/>
          </ac:grpSpMkLst>
        </pc:grpChg>
        <pc:picChg chg="add del mod modCrop">
          <ac:chgData name="s2001017【仙台広瀬】" userId="6ad112a8-f412-410c-8a0f-584406c8e747" providerId="ADAL" clId="{1AC41575-7ECC-42AD-B12B-D188D4CFAB4F}" dt="2023-07-13T04:24:07.686" v="1770" actId="478"/>
          <ac:picMkLst>
            <pc:docMk/>
            <pc:sldMk cId="1207606183" sldId="266"/>
            <ac:picMk id="2" creationId="{40283BF6-580A-6A71-4B0A-9146C1E63A41}"/>
          </ac:picMkLst>
        </pc:picChg>
        <pc:picChg chg="add del mod modCrop">
          <ac:chgData name="s2001017【仙台広瀬】" userId="6ad112a8-f412-410c-8a0f-584406c8e747" providerId="ADAL" clId="{1AC41575-7ECC-42AD-B12B-D188D4CFAB4F}" dt="2023-07-13T04:23:55.714" v="1767" actId="478"/>
          <ac:picMkLst>
            <pc:docMk/>
            <pc:sldMk cId="1207606183" sldId="266"/>
            <ac:picMk id="3" creationId="{7B05BE5C-D2F6-4EE3-29E6-FC80589B9F32}"/>
          </ac:picMkLst>
        </pc:picChg>
        <pc:picChg chg="add del mod modCrop">
          <ac:chgData name="s2001017【仙台広瀬】" userId="6ad112a8-f412-410c-8a0f-584406c8e747" providerId="ADAL" clId="{1AC41575-7ECC-42AD-B12B-D188D4CFAB4F}" dt="2023-07-13T04:23:54.764" v="1766" actId="478"/>
          <ac:picMkLst>
            <pc:docMk/>
            <pc:sldMk cId="1207606183" sldId="266"/>
            <ac:picMk id="6" creationId="{B564281B-D810-5F9B-B62D-744484B32CE2}"/>
          </ac:picMkLst>
        </pc:picChg>
        <pc:picChg chg="add del mod modCrop">
          <ac:chgData name="s2001017【仙台広瀬】" userId="6ad112a8-f412-410c-8a0f-584406c8e747" providerId="ADAL" clId="{1AC41575-7ECC-42AD-B12B-D188D4CFAB4F}" dt="2023-07-13T04:22:02.501" v="1745" actId="478"/>
          <ac:picMkLst>
            <pc:docMk/>
            <pc:sldMk cId="1207606183" sldId="266"/>
            <ac:picMk id="7" creationId="{7D257092-A774-1B46-E56D-B9F893F2740A}"/>
          </ac:picMkLst>
        </pc:picChg>
        <pc:picChg chg="add del mod modCrop">
          <ac:chgData name="s2001017【仙台広瀬】" userId="6ad112a8-f412-410c-8a0f-584406c8e747" providerId="ADAL" clId="{1AC41575-7ECC-42AD-B12B-D188D4CFAB4F}" dt="2023-07-13T04:23:56.710" v="1768" actId="478"/>
          <ac:picMkLst>
            <pc:docMk/>
            <pc:sldMk cId="1207606183" sldId="266"/>
            <ac:picMk id="8" creationId="{A181E951-CE3D-221F-FE58-6F3CE3637622}"/>
          </ac:picMkLst>
        </pc:picChg>
        <pc:picChg chg="add del mod modCrop">
          <ac:chgData name="s2001017【仙台広瀬】" userId="6ad112a8-f412-410c-8a0f-584406c8e747" providerId="ADAL" clId="{1AC41575-7ECC-42AD-B12B-D188D4CFAB4F}" dt="2023-07-13T04:23:58.930" v="1769" actId="478"/>
          <ac:picMkLst>
            <pc:docMk/>
            <pc:sldMk cId="1207606183" sldId="266"/>
            <ac:picMk id="13" creationId="{F204BB0C-0D0B-7325-B3A7-0228864BD959}"/>
          </ac:picMkLst>
        </pc:picChg>
        <pc:picChg chg="add del mod">
          <ac:chgData name="s2001017【仙台広瀬】" userId="6ad112a8-f412-410c-8a0f-584406c8e747" providerId="ADAL" clId="{1AC41575-7ECC-42AD-B12B-D188D4CFAB4F}" dt="2023-07-13T02:40:11.912" v="1349" actId="478"/>
          <ac:picMkLst>
            <pc:docMk/>
            <pc:sldMk cId="1207606183" sldId="266"/>
            <ac:picMk id="47" creationId="{BA39B732-9C74-FC3A-6DC1-BCBB4694899F}"/>
          </ac:picMkLst>
        </pc:picChg>
        <pc:picChg chg="add mod">
          <ac:chgData name="s2001017【仙台広瀬】" userId="6ad112a8-f412-410c-8a0f-584406c8e747" providerId="ADAL" clId="{1AC41575-7ECC-42AD-B12B-D188D4CFAB4F}" dt="2023-07-13T02:42:58.430" v="1407" actId="1035"/>
          <ac:picMkLst>
            <pc:docMk/>
            <pc:sldMk cId="1207606183" sldId="266"/>
            <ac:picMk id="48" creationId="{ECA4BC31-80D0-609F-563B-B86D9D3F75BC}"/>
          </ac:picMkLst>
        </pc:picChg>
        <pc:picChg chg="add del mod">
          <ac:chgData name="s2001017【仙台広瀬】" userId="6ad112a8-f412-410c-8a0f-584406c8e747" providerId="ADAL" clId="{1AC41575-7ECC-42AD-B12B-D188D4CFAB4F}" dt="2023-07-13T02:42:16.769" v="1378"/>
          <ac:picMkLst>
            <pc:docMk/>
            <pc:sldMk cId="1207606183" sldId="266"/>
            <ac:picMk id="52" creationId="{FD890CA2-79BA-F79C-D9D9-46007091922D}"/>
          </ac:picMkLst>
        </pc:picChg>
        <pc:cxnChg chg="add mod">
          <ac:chgData name="s2001017【仙台広瀬】" userId="6ad112a8-f412-410c-8a0f-584406c8e747" providerId="ADAL" clId="{1AC41575-7ECC-42AD-B12B-D188D4CFAB4F}" dt="2023-07-13T02:37:59.217" v="1310" actId="1035"/>
          <ac:cxnSpMkLst>
            <pc:docMk/>
            <pc:sldMk cId="1207606183" sldId="266"/>
            <ac:cxnSpMk id="38" creationId="{9A254E57-4E46-98D1-EC9F-C095FD383610}"/>
          </ac:cxnSpMkLst>
        </pc:cxnChg>
        <pc:cxnChg chg="add mod">
          <ac:chgData name="s2001017【仙台広瀬】" userId="6ad112a8-f412-410c-8a0f-584406c8e747" providerId="ADAL" clId="{1AC41575-7ECC-42AD-B12B-D188D4CFAB4F}" dt="2023-07-13T02:38:08.383" v="1312" actId="1076"/>
          <ac:cxnSpMkLst>
            <pc:docMk/>
            <pc:sldMk cId="1207606183" sldId="266"/>
            <ac:cxnSpMk id="44" creationId="{ABD13735-33F6-1896-5397-80E6D0A394D6}"/>
          </ac:cxnSpMkLst>
        </pc:cxnChg>
      </pc:sldChg>
      <pc:sldChg chg="addSp delSp modSp new mod">
        <pc:chgData name="s2001017【仙台広瀬】" userId="6ad112a8-f412-410c-8a0f-584406c8e747" providerId="ADAL" clId="{1AC41575-7ECC-42AD-B12B-D188D4CFAB4F}" dt="2023-07-13T02:44:11.546" v="1444" actId="207"/>
        <pc:sldMkLst>
          <pc:docMk/>
          <pc:sldMk cId="3866306751" sldId="267"/>
        </pc:sldMkLst>
        <pc:spChg chg="del">
          <ac:chgData name="s2001017【仙台広瀬】" userId="6ad112a8-f412-410c-8a0f-584406c8e747" providerId="ADAL" clId="{1AC41575-7ECC-42AD-B12B-D188D4CFAB4F}" dt="2023-07-13T02:27:28.558" v="1175" actId="478"/>
          <ac:spMkLst>
            <pc:docMk/>
            <pc:sldMk cId="3866306751" sldId="267"/>
            <ac:spMk id="2" creationId="{98AB92BA-8E97-5705-0841-3BA8E792F567}"/>
          </ac:spMkLst>
        </pc:spChg>
        <pc:spChg chg="del">
          <ac:chgData name="s2001017【仙台広瀬】" userId="6ad112a8-f412-410c-8a0f-584406c8e747" providerId="ADAL" clId="{1AC41575-7ECC-42AD-B12B-D188D4CFAB4F}" dt="2023-07-13T02:27:30.606" v="1176" actId="478"/>
          <ac:spMkLst>
            <pc:docMk/>
            <pc:sldMk cId="3866306751" sldId="267"/>
            <ac:spMk id="3" creationId="{BD4C077A-F43A-E440-55D4-2C1C4B1D758F}"/>
          </ac:spMkLst>
        </pc:spChg>
        <pc:spChg chg="add mod">
          <ac:chgData name="s2001017【仙台広瀬】" userId="6ad112a8-f412-410c-8a0f-584406c8e747" providerId="ADAL" clId="{1AC41575-7ECC-42AD-B12B-D188D4CFAB4F}" dt="2023-07-13T02:27:58.966" v="1193" actId="20577"/>
          <ac:spMkLst>
            <pc:docMk/>
            <pc:sldMk cId="3866306751" sldId="267"/>
            <ac:spMk id="4" creationId="{9E256F26-5B93-1B9D-E4D0-99515FF968AD}"/>
          </ac:spMkLst>
        </pc:spChg>
        <pc:spChg chg="add mod">
          <ac:chgData name="s2001017【仙台広瀬】" userId="6ad112a8-f412-410c-8a0f-584406c8e747" providerId="ADAL" clId="{1AC41575-7ECC-42AD-B12B-D188D4CFAB4F}" dt="2023-07-13T02:32:05.712" v="1256" actId="207"/>
          <ac:spMkLst>
            <pc:docMk/>
            <pc:sldMk cId="3866306751" sldId="267"/>
            <ac:spMk id="5" creationId="{8F6E22A1-B0AD-69EA-BC7E-8C2645336243}"/>
          </ac:spMkLst>
        </pc:spChg>
        <pc:spChg chg="add mod">
          <ac:chgData name="s2001017【仙台広瀬】" userId="6ad112a8-f412-410c-8a0f-584406c8e747" providerId="ADAL" clId="{1AC41575-7ECC-42AD-B12B-D188D4CFAB4F}" dt="2023-07-13T02:28:42.721" v="1200" actId="207"/>
          <ac:spMkLst>
            <pc:docMk/>
            <pc:sldMk cId="3866306751" sldId="267"/>
            <ac:spMk id="6" creationId="{EC07D463-F1D9-C03D-0809-42184071F07B}"/>
          </ac:spMkLst>
        </pc:spChg>
        <pc:spChg chg="add mod">
          <ac:chgData name="s2001017【仙台広瀬】" userId="6ad112a8-f412-410c-8a0f-584406c8e747" providerId="ADAL" clId="{1AC41575-7ECC-42AD-B12B-D188D4CFAB4F}" dt="2023-07-13T02:32:08.157" v="1257" actId="207"/>
          <ac:spMkLst>
            <pc:docMk/>
            <pc:sldMk cId="3866306751" sldId="267"/>
            <ac:spMk id="7" creationId="{70C8D217-DC80-01CA-C057-DD22A5CB580B}"/>
          </ac:spMkLst>
        </pc:spChg>
        <pc:spChg chg="add mod">
          <ac:chgData name="s2001017【仙台広瀬】" userId="6ad112a8-f412-410c-8a0f-584406c8e747" providerId="ADAL" clId="{1AC41575-7ECC-42AD-B12B-D188D4CFAB4F}" dt="2023-07-13T02:28:55.545" v="1207" actId="688"/>
          <ac:spMkLst>
            <pc:docMk/>
            <pc:sldMk cId="3866306751" sldId="267"/>
            <ac:spMk id="8" creationId="{05159D3C-C7CD-99A2-49C2-7F3C23F56803}"/>
          </ac:spMkLst>
        </pc:spChg>
        <pc:spChg chg="add mod">
          <ac:chgData name="s2001017【仙台広瀬】" userId="6ad112a8-f412-410c-8a0f-584406c8e747" providerId="ADAL" clId="{1AC41575-7ECC-42AD-B12B-D188D4CFAB4F}" dt="2023-07-13T02:43:31.793" v="1419" actId="1076"/>
          <ac:spMkLst>
            <pc:docMk/>
            <pc:sldMk cId="3866306751" sldId="267"/>
            <ac:spMk id="9" creationId="{36AB6C58-2F82-A311-1C23-89AEBE9955B4}"/>
          </ac:spMkLst>
        </pc:spChg>
        <pc:spChg chg="add mod">
          <ac:chgData name="s2001017【仙台広瀬】" userId="6ad112a8-f412-410c-8a0f-584406c8e747" providerId="ADAL" clId="{1AC41575-7ECC-42AD-B12B-D188D4CFAB4F}" dt="2023-07-13T02:43:46.542" v="1429" actId="207"/>
          <ac:spMkLst>
            <pc:docMk/>
            <pc:sldMk cId="3866306751" sldId="267"/>
            <ac:spMk id="10" creationId="{A62A3B86-E1BE-629C-EA48-3EBCCDB3F122}"/>
          </ac:spMkLst>
        </pc:spChg>
        <pc:spChg chg="add mod">
          <ac:chgData name="s2001017【仙台広瀬】" userId="6ad112a8-f412-410c-8a0f-584406c8e747" providerId="ADAL" clId="{1AC41575-7ECC-42AD-B12B-D188D4CFAB4F}" dt="2023-07-13T02:43:36.090" v="1421" actId="1076"/>
          <ac:spMkLst>
            <pc:docMk/>
            <pc:sldMk cId="3866306751" sldId="267"/>
            <ac:spMk id="11" creationId="{82246C9A-DD57-EC88-D6AC-0CC134167561}"/>
          </ac:spMkLst>
        </pc:spChg>
        <pc:spChg chg="add mod">
          <ac:chgData name="s2001017【仙台広瀬】" userId="6ad112a8-f412-410c-8a0f-584406c8e747" providerId="ADAL" clId="{1AC41575-7ECC-42AD-B12B-D188D4CFAB4F}" dt="2023-07-13T02:43:48.586" v="1430" actId="207"/>
          <ac:spMkLst>
            <pc:docMk/>
            <pc:sldMk cId="3866306751" sldId="267"/>
            <ac:spMk id="12" creationId="{C39E925D-F124-9C76-7BEA-64155AEF012C}"/>
          </ac:spMkLst>
        </pc:spChg>
        <pc:spChg chg="add mod">
          <ac:chgData name="s2001017【仙台広瀬】" userId="6ad112a8-f412-410c-8a0f-584406c8e747" providerId="ADAL" clId="{1AC41575-7ECC-42AD-B12B-D188D4CFAB4F}" dt="2023-07-13T02:43:36.090" v="1421" actId="1076"/>
          <ac:spMkLst>
            <pc:docMk/>
            <pc:sldMk cId="3866306751" sldId="267"/>
            <ac:spMk id="13" creationId="{487E5BA4-DB00-0556-3F54-86531AB4FD39}"/>
          </ac:spMkLst>
        </pc:spChg>
        <pc:spChg chg="add mod">
          <ac:chgData name="s2001017【仙台広瀬】" userId="6ad112a8-f412-410c-8a0f-584406c8e747" providerId="ADAL" clId="{1AC41575-7ECC-42AD-B12B-D188D4CFAB4F}" dt="2023-07-13T02:43:41.814" v="1428" actId="20577"/>
          <ac:spMkLst>
            <pc:docMk/>
            <pc:sldMk cId="3866306751" sldId="267"/>
            <ac:spMk id="14" creationId="{27609AFA-1BA2-53BB-1C11-D48414456E4C}"/>
          </ac:spMkLst>
        </pc:spChg>
        <pc:spChg chg="add mod">
          <ac:chgData name="s2001017【仙台広瀬】" userId="6ad112a8-f412-410c-8a0f-584406c8e747" providerId="ADAL" clId="{1AC41575-7ECC-42AD-B12B-D188D4CFAB4F}" dt="2023-07-13T02:44:09.636" v="1443" actId="207"/>
          <ac:spMkLst>
            <pc:docMk/>
            <pc:sldMk cId="3866306751" sldId="267"/>
            <ac:spMk id="15" creationId="{8375F3CD-D91F-2113-13BB-3D244332823F}"/>
          </ac:spMkLst>
        </pc:spChg>
        <pc:spChg chg="add mod">
          <ac:chgData name="s2001017【仙台広瀬】" userId="6ad112a8-f412-410c-8a0f-584406c8e747" providerId="ADAL" clId="{1AC41575-7ECC-42AD-B12B-D188D4CFAB4F}" dt="2023-07-13T02:43:55.514" v="1432" actId="1076"/>
          <ac:spMkLst>
            <pc:docMk/>
            <pc:sldMk cId="3866306751" sldId="267"/>
            <ac:spMk id="16" creationId="{B88E25BE-DB9D-48E2-6A9F-0C3A20C12233}"/>
          </ac:spMkLst>
        </pc:spChg>
        <pc:spChg chg="add mod">
          <ac:chgData name="s2001017【仙台広瀬】" userId="6ad112a8-f412-410c-8a0f-584406c8e747" providerId="ADAL" clId="{1AC41575-7ECC-42AD-B12B-D188D4CFAB4F}" dt="2023-07-13T02:44:11.546" v="1444" actId="207"/>
          <ac:spMkLst>
            <pc:docMk/>
            <pc:sldMk cId="3866306751" sldId="267"/>
            <ac:spMk id="17" creationId="{A49F78FB-3320-C99F-D6F0-501B7FF6716C}"/>
          </ac:spMkLst>
        </pc:spChg>
        <pc:spChg chg="add mod">
          <ac:chgData name="s2001017【仙台広瀬】" userId="6ad112a8-f412-410c-8a0f-584406c8e747" providerId="ADAL" clId="{1AC41575-7ECC-42AD-B12B-D188D4CFAB4F}" dt="2023-07-13T02:43:55.514" v="1432" actId="1076"/>
          <ac:spMkLst>
            <pc:docMk/>
            <pc:sldMk cId="3866306751" sldId="267"/>
            <ac:spMk id="18" creationId="{9F075659-FADF-80A9-7334-9BCD279622B1}"/>
          </ac:spMkLst>
        </pc:spChg>
        <pc:spChg chg="add mod">
          <ac:chgData name="s2001017【仙台広瀬】" userId="6ad112a8-f412-410c-8a0f-584406c8e747" providerId="ADAL" clId="{1AC41575-7ECC-42AD-B12B-D188D4CFAB4F}" dt="2023-07-13T02:44:01.438" v="1442" actId="20577"/>
          <ac:spMkLst>
            <pc:docMk/>
            <pc:sldMk cId="3866306751" sldId="267"/>
            <ac:spMk id="19" creationId="{638CD9AA-567A-D21A-9DDE-8D4DAE7A9D5B}"/>
          </ac:spMkLst>
        </pc:spChg>
      </pc:sldChg>
      <pc:sldChg chg="add del">
        <pc:chgData name="s2001017【仙台広瀬】" userId="6ad112a8-f412-410c-8a0f-584406c8e747" providerId="ADAL" clId="{1AC41575-7ECC-42AD-B12B-D188D4CFAB4F}" dt="2023-07-13T02:27:39.350" v="1178"/>
        <pc:sldMkLst>
          <pc:docMk/>
          <pc:sldMk cId="3028210208" sldId="268"/>
        </pc:sldMkLst>
      </pc:sldChg>
      <pc:sldChg chg="addSp delSp modSp add mod">
        <pc:chgData name="s2001017【仙台広瀬】" userId="6ad112a8-f412-410c-8a0f-584406c8e747" providerId="ADAL" clId="{1AC41575-7ECC-42AD-B12B-D188D4CFAB4F}" dt="2023-07-13T05:05:11.650" v="2119" actId="478"/>
        <pc:sldMkLst>
          <pc:docMk/>
          <pc:sldMk cId="3373181442" sldId="268"/>
        </pc:sldMkLst>
        <pc:spChg chg="mod">
          <ac:chgData name="s2001017【仙台広瀬】" userId="6ad112a8-f412-410c-8a0f-584406c8e747" providerId="ADAL" clId="{1AC41575-7ECC-42AD-B12B-D188D4CFAB4F}" dt="2023-07-13T02:44:41.725" v="1471" actId="207"/>
          <ac:spMkLst>
            <pc:docMk/>
            <pc:sldMk cId="3373181442" sldId="268"/>
            <ac:spMk id="5" creationId="{143769CD-7C0A-9E29-E297-532FA42724A3}"/>
          </ac:spMkLst>
        </pc:spChg>
        <pc:spChg chg="mod">
          <ac:chgData name="s2001017【仙台広瀬】" userId="6ad112a8-f412-410c-8a0f-584406c8e747" providerId="ADAL" clId="{1AC41575-7ECC-42AD-B12B-D188D4CFAB4F}" dt="2023-07-13T04:32:32.282" v="1807"/>
          <ac:spMkLst>
            <pc:docMk/>
            <pc:sldMk cId="3373181442" sldId="268"/>
            <ac:spMk id="10" creationId="{0D8341F6-F1FB-286D-99BC-EF59D30B30EF}"/>
          </ac:spMkLst>
        </pc:spChg>
        <pc:spChg chg="mod">
          <ac:chgData name="s2001017【仙台広瀬】" userId="6ad112a8-f412-410c-8a0f-584406c8e747" providerId="ADAL" clId="{1AC41575-7ECC-42AD-B12B-D188D4CFAB4F}" dt="2023-07-13T04:32:32.282" v="1807"/>
          <ac:spMkLst>
            <pc:docMk/>
            <pc:sldMk cId="3373181442" sldId="268"/>
            <ac:spMk id="11" creationId="{DCE8D503-BF26-DD6B-21EA-BB2F399E1FB0}"/>
          </ac:spMkLst>
        </pc:spChg>
        <pc:spChg chg="mod">
          <ac:chgData name="s2001017【仙台広瀬】" userId="6ad112a8-f412-410c-8a0f-584406c8e747" providerId="ADAL" clId="{1AC41575-7ECC-42AD-B12B-D188D4CFAB4F}" dt="2023-07-13T02:44:44.411" v="1472" actId="207"/>
          <ac:spMkLst>
            <pc:docMk/>
            <pc:sldMk cId="3373181442" sldId="268"/>
            <ac:spMk id="21" creationId="{EFA19B86-B103-87E8-C8B9-9C6477663FDA}"/>
          </ac:spMkLst>
        </pc:spChg>
        <pc:spChg chg="mod">
          <ac:chgData name="s2001017【仙台広瀬】" userId="6ad112a8-f412-410c-8a0f-584406c8e747" providerId="ADAL" clId="{1AC41575-7ECC-42AD-B12B-D188D4CFAB4F}" dt="2023-07-13T02:44:46.760" v="1473" actId="207"/>
          <ac:spMkLst>
            <pc:docMk/>
            <pc:sldMk cId="3373181442" sldId="268"/>
            <ac:spMk id="24" creationId="{B2631E7B-57E5-F724-A5F9-FBD77287FBEA}"/>
          </ac:spMkLst>
        </pc:spChg>
        <pc:spChg chg="mod">
          <ac:chgData name="s2001017【仙台広瀬】" userId="6ad112a8-f412-410c-8a0f-584406c8e747" providerId="ADAL" clId="{1AC41575-7ECC-42AD-B12B-D188D4CFAB4F}" dt="2023-07-13T02:44:50.499" v="1474" actId="207"/>
          <ac:spMkLst>
            <pc:docMk/>
            <pc:sldMk cId="3373181442" sldId="268"/>
            <ac:spMk id="27" creationId="{83779CF9-778D-F48D-A8C0-B42743F94DFD}"/>
          </ac:spMkLst>
        </pc:spChg>
        <pc:spChg chg="mod">
          <ac:chgData name="s2001017【仙台広瀬】" userId="6ad112a8-f412-410c-8a0f-584406c8e747" providerId="ADAL" clId="{1AC41575-7ECC-42AD-B12B-D188D4CFAB4F}" dt="2023-07-13T02:44:54.553" v="1475" actId="207"/>
          <ac:spMkLst>
            <pc:docMk/>
            <pc:sldMk cId="3373181442" sldId="268"/>
            <ac:spMk id="30" creationId="{D06FED1E-6242-38DF-CC7D-49F67A74B63B}"/>
          </ac:spMkLst>
        </pc:spChg>
        <pc:spChg chg="mod">
          <ac:chgData name="s2001017【仙台広瀬】" userId="6ad112a8-f412-410c-8a0f-584406c8e747" providerId="ADAL" clId="{1AC41575-7ECC-42AD-B12B-D188D4CFAB4F}" dt="2023-07-13T02:44:58.767" v="1476" actId="207"/>
          <ac:spMkLst>
            <pc:docMk/>
            <pc:sldMk cId="3373181442" sldId="268"/>
            <ac:spMk id="33" creationId="{F2D4F206-AEAB-2F44-0548-243401D89E13}"/>
          </ac:spMkLst>
        </pc:spChg>
        <pc:spChg chg="mod">
          <ac:chgData name="s2001017【仙台広瀬】" userId="6ad112a8-f412-410c-8a0f-584406c8e747" providerId="ADAL" clId="{1AC41575-7ECC-42AD-B12B-D188D4CFAB4F}" dt="2023-07-13T02:45:01.631" v="1477" actId="207"/>
          <ac:spMkLst>
            <pc:docMk/>
            <pc:sldMk cId="3373181442" sldId="268"/>
            <ac:spMk id="41" creationId="{68430714-92C8-C49E-3993-24F939CD622B}"/>
          </ac:spMkLst>
        </pc:spChg>
        <pc:spChg chg="mod">
          <ac:chgData name="s2001017【仙台広瀬】" userId="6ad112a8-f412-410c-8a0f-584406c8e747" providerId="ADAL" clId="{1AC41575-7ECC-42AD-B12B-D188D4CFAB4F}" dt="2023-07-13T02:45:04.792" v="1478" actId="207"/>
          <ac:spMkLst>
            <pc:docMk/>
            <pc:sldMk cId="3373181442" sldId="268"/>
            <ac:spMk id="45" creationId="{F260292C-01DC-F5BA-E25C-E5FD7921E70C}"/>
          </ac:spMkLst>
        </pc:spChg>
        <pc:spChg chg="mod">
          <ac:chgData name="s2001017【仙台広瀬】" userId="6ad112a8-f412-410c-8a0f-584406c8e747" providerId="ADAL" clId="{1AC41575-7ECC-42AD-B12B-D188D4CFAB4F}" dt="2023-07-13T02:44:36.459" v="1470" actId="1076"/>
          <ac:spMkLst>
            <pc:docMk/>
            <pc:sldMk cId="3373181442" sldId="268"/>
            <ac:spMk id="53" creationId="{B8A1141B-1122-B166-7FFA-E9724132D1DF}"/>
          </ac:spMkLst>
        </pc:spChg>
        <pc:grpChg chg="add del mod">
          <ac:chgData name="s2001017【仙台広瀬】" userId="6ad112a8-f412-410c-8a0f-584406c8e747" providerId="ADAL" clId="{1AC41575-7ECC-42AD-B12B-D188D4CFAB4F}" dt="2023-07-13T04:32:33.681" v="1808"/>
          <ac:grpSpMkLst>
            <pc:docMk/>
            <pc:sldMk cId="3373181442" sldId="268"/>
            <ac:grpSpMk id="8" creationId="{7416DB1B-E4AD-4750-61DE-5759DA8C1B77}"/>
          </ac:grpSpMkLst>
        </pc:grpChg>
        <pc:picChg chg="add del mod modCrop">
          <ac:chgData name="s2001017【仙台広瀬】" userId="6ad112a8-f412-410c-8a0f-584406c8e747" providerId="ADAL" clId="{1AC41575-7ECC-42AD-B12B-D188D4CFAB4F}" dt="2023-07-13T05:05:09.396" v="2115" actId="478"/>
          <ac:picMkLst>
            <pc:docMk/>
            <pc:sldMk cId="3373181442" sldId="268"/>
            <ac:picMk id="2" creationId="{8C093511-2F61-E1A4-A26B-162FD5375823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9.950" v="2116" actId="478"/>
          <ac:picMkLst>
            <pc:docMk/>
            <pc:sldMk cId="3373181442" sldId="268"/>
            <ac:picMk id="3" creationId="{5E3FABB7-0B74-B7DC-96F1-0F331242D3D5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11.650" v="2119" actId="478"/>
          <ac:picMkLst>
            <pc:docMk/>
            <pc:sldMk cId="3373181442" sldId="268"/>
            <ac:picMk id="6" creationId="{2DA07924-3BB8-8E6E-CB59-FEA8C748B8A5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11.042" v="2118" actId="478"/>
          <ac:picMkLst>
            <pc:docMk/>
            <pc:sldMk cId="3373181442" sldId="268"/>
            <ac:picMk id="7" creationId="{2971B5AB-6942-E2B2-6862-260BD71A1B1C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10.477" v="2117" actId="478"/>
          <ac:picMkLst>
            <pc:docMk/>
            <pc:sldMk cId="3373181442" sldId="268"/>
            <ac:picMk id="12" creationId="{9F059DF8-8D12-473D-AC3B-5683E90F6553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8.649" v="2114" actId="478"/>
          <ac:picMkLst>
            <pc:docMk/>
            <pc:sldMk cId="3373181442" sldId="268"/>
            <ac:picMk id="13" creationId="{0D563BA3-60B9-D6D7-4507-0787583D1ED4}"/>
          </ac:picMkLst>
        </pc:picChg>
      </pc:sldChg>
      <pc:sldChg chg="addSp delSp modSp add mod">
        <pc:chgData name="s2001017【仙台広瀬】" userId="6ad112a8-f412-410c-8a0f-584406c8e747" providerId="ADAL" clId="{1AC41575-7ECC-42AD-B12B-D188D4CFAB4F}" dt="2023-07-13T05:05:07.143" v="2113" actId="478"/>
        <pc:sldMkLst>
          <pc:docMk/>
          <pc:sldMk cId="2068331911" sldId="269"/>
        </pc:sldMkLst>
        <pc:spChg chg="mod">
          <ac:chgData name="s2001017【仙台広瀬】" userId="6ad112a8-f412-410c-8a0f-584406c8e747" providerId="ADAL" clId="{1AC41575-7ECC-42AD-B12B-D188D4CFAB4F}" dt="2023-07-13T02:45:19.233" v="1488" actId="207"/>
          <ac:spMkLst>
            <pc:docMk/>
            <pc:sldMk cId="2068331911" sldId="269"/>
            <ac:spMk id="5" creationId="{143769CD-7C0A-9E29-E297-532FA42724A3}"/>
          </ac:spMkLst>
        </pc:spChg>
        <pc:spChg chg="mod">
          <ac:chgData name="s2001017【仙台広瀬】" userId="6ad112a8-f412-410c-8a0f-584406c8e747" providerId="ADAL" clId="{1AC41575-7ECC-42AD-B12B-D188D4CFAB4F}" dt="2023-07-13T04:39:14.645" v="1867"/>
          <ac:spMkLst>
            <pc:docMk/>
            <pc:sldMk cId="2068331911" sldId="269"/>
            <ac:spMk id="13" creationId="{49C46780-1255-8F2A-04C2-2BD0991D57B4}"/>
          </ac:spMkLst>
        </pc:spChg>
        <pc:spChg chg="mod">
          <ac:chgData name="s2001017【仙台広瀬】" userId="6ad112a8-f412-410c-8a0f-584406c8e747" providerId="ADAL" clId="{1AC41575-7ECC-42AD-B12B-D188D4CFAB4F}" dt="2023-07-13T04:39:14.645" v="1867"/>
          <ac:spMkLst>
            <pc:docMk/>
            <pc:sldMk cId="2068331911" sldId="269"/>
            <ac:spMk id="14" creationId="{63F31E22-B6E6-51BB-261A-084D64E5AAE8}"/>
          </ac:spMkLst>
        </pc:spChg>
        <pc:spChg chg="mod">
          <ac:chgData name="s2001017【仙台広瀬】" userId="6ad112a8-f412-410c-8a0f-584406c8e747" providerId="ADAL" clId="{1AC41575-7ECC-42AD-B12B-D188D4CFAB4F}" dt="2023-07-13T02:45:22.535" v="1489" actId="207"/>
          <ac:spMkLst>
            <pc:docMk/>
            <pc:sldMk cId="2068331911" sldId="269"/>
            <ac:spMk id="21" creationId="{EFA19B86-B103-87E8-C8B9-9C6477663FDA}"/>
          </ac:spMkLst>
        </pc:spChg>
        <pc:spChg chg="mod">
          <ac:chgData name="s2001017【仙台広瀬】" userId="6ad112a8-f412-410c-8a0f-584406c8e747" providerId="ADAL" clId="{1AC41575-7ECC-42AD-B12B-D188D4CFAB4F}" dt="2023-07-13T02:45:26.375" v="1490" actId="207"/>
          <ac:spMkLst>
            <pc:docMk/>
            <pc:sldMk cId="2068331911" sldId="269"/>
            <ac:spMk id="24" creationId="{B2631E7B-57E5-F724-A5F9-FBD77287FBEA}"/>
          </ac:spMkLst>
        </pc:spChg>
        <pc:spChg chg="mod">
          <ac:chgData name="s2001017【仙台広瀬】" userId="6ad112a8-f412-410c-8a0f-584406c8e747" providerId="ADAL" clId="{1AC41575-7ECC-42AD-B12B-D188D4CFAB4F}" dt="2023-07-13T02:45:30.441" v="1491" actId="207"/>
          <ac:spMkLst>
            <pc:docMk/>
            <pc:sldMk cId="2068331911" sldId="269"/>
            <ac:spMk id="27" creationId="{83779CF9-778D-F48D-A8C0-B42743F94DFD}"/>
          </ac:spMkLst>
        </pc:spChg>
        <pc:spChg chg="mod">
          <ac:chgData name="s2001017【仙台広瀬】" userId="6ad112a8-f412-410c-8a0f-584406c8e747" providerId="ADAL" clId="{1AC41575-7ECC-42AD-B12B-D188D4CFAB4F}" dt="2023-07-13T02:45:33.718" v="1492" actId="207"/>
          <ac:spMkLst>
            <pc:docMk/>
            <pc:sldMk cId="2068331911" sldId="269"/>
            <ac:spMk id="30" creationId="{D06FED1E-6242-38DF-CC7D-49F67A74B63B}"/>
          </ac:spMkLst>
        </pc:spChg>
        <pc:spChg chg="mod">
          <ac:chgData name="s2001017【仙台広瀬】" userId="6ad112a8-f412-410c-8a0f-584406c8e747" providerId="ADAL" clId="{1AC41575-7ECC-42AD-B12B-D188D4CFAB4F}" dt="2023-07-13T02:45:37.663" v="1493" actId="207"/>
          <ac:spMkLst>
            <pc:docMk/>
            <pc:sldMk cId="2068331911" sldId="269"/>
            <ac:spMk id="33" creationId="{F2D4F206-AEAB-2F44-0548-243401D89E13}"/>
          </ac:spMkLst>
        </pc:spChg>
        <pc:spChg chg="mod">
          <ac:chgData name="s2001017【仙台広瀬】" userId="6ad112a8-f412-410c-8a0f-584406c8e747" providerId="ADAL" clId="{1AC41575-7ECC-42AD-B12B-D188D4CFAB4F}" dt="2023-07-13T02:45:41.589" v="1494" actId="207"/>
          <ac:spMkLst>
            <pc:docMk/>
            <pc:sldMk cId="2068331911" sldId="269"/>
            <ac:spMk id="41" creationId="{68430714-92C8-C49E-3993-24F939CD622B}"/>
          </ac:spMkLst>
        </pc:spChg>
        <pc:spChg chg="mod">
          <ac:chgData name="s2001017【仙台広瀬】" userId="6ad112a8-f412-410c-8a0f-584406c8e747" providerId="ADAL" clId="{1AC41575-7ECC-42AD-B12B-D188D4CFAB4F}" dt="2023-07-13T02:45:44.741" v="1495" actId="207"/>
          <ac:spMkLst>
            <pc:docMk/>
            <pc:sldMk cId="2068331911" sldId="269"/>
            <ac:spMk id="45" creationId="{F260292C-01DC-F5BA-E25C-E5FD7921E70C}"/>
          </ac:spMkLst>
        </pc:spChg>
        <pc:spChg chg="mod">
          <ac:chgData name="s2001017【仙台広瀬】" userId="6ad112a8-f412-410c-8a0f-584406c8e747" providerId="ADAL" clId="{1AC41575-7ECC-42AD-B12B-D188D4CFAB4F}" dt="2023-07-13T02:45:12.708" v="1487" actId="20577"/>
          <ac:spMkLst>
            <pc:docMk/>
            <pc:sldMk cId="2068331911" sldId="269"/>
            <ac:spMk id="53" creationId="{B8A1141B-1122-B166-7FFA-E9724132D1DF}"/>
          </ac:spMkLst>
        </pc:spChg>
        <pc:grpChg chg="add del mod">
          <ac:chgData name="s2001017【仙台広瀬】" userId="6ad112a8-f412-410c-8a0f-584406c8e747" providerId="ADAL" clId="{1AC41575-7ECC-42AD-B12B-D188D4CFAB4F}" dt="2023-07-13T04:39:15.689" v="1868"/>
          <ac:grpSpMkLst>
            <pc:docMk/>
            <pc:sldMk cId="2068331911" sldId="269"/>
            <ac:grpSpMk id="12" creationId="{FB21B64E-B80A-1450-4D28-E8D078E0648A}"/>
          </ac:grpSpMkLst>
        </pc:grpChg>
        <pc:picChg chg="add del mod">
          <ac:chgData name="s2001017【仙台広瀬】" userId="6ad112a8-f412-410c-8a0f-584406c8e747" providerId="ADAL" clId="{1AC41575-7ECC-42AD-B12B-D188D4CFAB4F}" dt="2023-07-13T04:39:10.588" v="1866" actId="478"/>
          <ac:picMkLst>
            <pc:docMk/>
            <pc:sldMk cId="2068331911" sldId="269"/>
            <ac:picMk id="2" creationId="{2CCE7E88-651B-7023-6CCA-0EE8C166575C}"/>
          </ac:picMkLst>
        </pc:picChg>
        <pc:picChg chg="add del mod">
          <ac:chgData name="s2001017【仙台広瀬】" userId="6ad112a8-f412-410c-8a0f-584406c8e747" providerId="ADAL" clId="{1AC41575-7ECC-42AD-B12B-D188D4CFAB4F}" dt="2023-07-13T04:34:46.733" v="1819"/>
          <ac:picMkLst>
            <pc:docMk/>
            <pc:sldMk cId="2068331911" sldId="269"/>
            <ac:picMk id="3" creationId="{618A7B81-0A8F-B30C-456C-82F26FBBD287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5.659" v="2110" actId="478"/>
          <ac:picMkLst>
            <pc:docMk/>
            <pc:sldMk cId="2068331911" sldId="269"/>
            <ac:picMk id="6" creationId="{D987A11F-45F4-F96C-D2C2-6AEA8A1926CA}"/>
          </ac:picMkLst>
        </pc:picChg>
        <pc:picChg chg="add del">
          <ac:chgData name="s2001017【仙台広瀬】" userId="6ad112a8-f412-410c-8a0f-584406c8e747" providerId="ADAL" clId="{1AC41575-7ECC-42AD-B12B-D188D4CFAB4F}" dt="2023-07-13T04:37:32.989" v="1844"/>
          <ac:picMkLst>
            <pc:docMk/>
            <pc:sldMk cId="2068331911" sldId="269"/>
            <ac:picMk id="7" creationId="{29367264-80C9-8232-D947-84FB8EE80D54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7.143" v="2113" actId="478"/>
          <ac:picMkLst>
            <pc:docMk/>
            <pc:sldMk cId="2068331911" sldId="269"/>
            <ac:picMk id="8" creationId="{B3064030-ABD1-CF4D-F50A-96E163BF5C95}"/>
          </ac:picMkLst>
        </pc:picChg>
        <pc:picChg chg="add del mod">
          <ac:chgData name="s2001017【仙台広瀬】" userId="6ad112a8-f412-410c-8a0f-584406c8e747" providerId="ADAL" clId="{1AC41575-7ECC-42AD-B12B-D188D4CFAB4F}" dt="2023-07-13T04:38:28.769" v="1859"/>
          <ac:picMkLst>
            <pc:docMk/>
            <pc:sldMk cId="2068331911" sldId="269"/>
            <ac:picMk id="10" creationId="{AB25A5F3-506E-A5F9-7EE5-521BBCDC99AE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6.432" v="2111" actId="478"/>
          <ac:picMkLst>
            <pc:docMk/>
            <pc:sldMk cId="2068331911" sldId="269"/>
            <ac:picMk id="11" creationId="{FFDF77E0-B112-B096-A545-A1455C49ACB0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5.161" v="2109" actId="478"/>
          <ac:picMkLst>
            <pc:docMk/>
            <pc:sldMk cId="2068331911" sldId="269"/>
            <ac:picMk id="15" creationId="{47181553-4F1E-21A5-9F5C-5BA01356FFAF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4.622" v="2108" actId="478"/>
          <ac:picMkLst>
            <pc:docMk/>
            <pc:sldMk cId="2068331911" sldId="269"/>
            <ac:picMk id="16" creationId="{762ABEDE-4058-473F-B0DC-A0ACD565398E}"/>
          </ac:picMkLst>
        </pc:picChg>
        <pc:picChg chg="add del mod modCrop">
          <ac:chgData name="s2001017【仙台広瀬】" userId="6ad112a8-f412-410c-8a0f-584406c8e747" providerId="ADAL" clId="{1AC41575-7ECC-42AD-B12B-D188D4CFAB4F}" dt="2023-07-13T05:05:04.123" v="2107" actId="478"/>
          <ac:picMkLst>
            <pc:docMk/>
            <pc:sldMk cId="2068331911" sldId="269"/>
            <ac:picMk id="17" creationId="{0BEBAFC9-89F6-FEB1-5095-DCEB3DB6C39C}"/>
          </ac:picMkLst>
        </pc:picChg>
      </pc:sldChg>
      <pc:sldChg chg="addSp delSp modSp add del mod">
        <pc:chgData name="s2001017【仙台広瀬】" userId="6ad112a8-f412-410c-8a0f-584406c8e747" providerId="ADAL" clId="{1AC41575-7ECC-42AD-B12B-D188D4CFAB4F}" dt="2023-07-13T04:43:03.214" v="1889" actId="47"/>
        <pc:sldMkLst>
          <pc:docMk/>
          <pc:sldMk cId="333542959" sldId="270"/>
        </pc:sldMkLst>
        <pc:spChg chg="del">
          <ac:chgData name="s2001017【仙台広瀬】" userId="6ad112a8-f412-410c-8a0f-584406c8e747" providerId="ADAL" clId="{1AC41575-7ECC-42AD-B12B-D188D4CFAB4F}" dt="2023-07-13T03:12:28.157" v="1498" actId="478"/>
          <ac:spMkLst>
            <pc:docMk/>
            <pc:sldMk cId="333542959" sldId="270"/>
            <ac:spMk id="2" creationId="{71858AAD-2895-58FF-B7EB-D59344FFBA6B}"/>
          </ac:spMkLst>
        </pc:spChg>
        <pc:spChg chg="del">
          <ac:chgData name="s2001017【仙台広瀬】" userId="6ad112a8-f412-410c-8a0f-584406c8e747" providerId="ADAL" clId="{1AC41575-7ECC-42AD-B12B-D188D4CFAB4F}" dt="2023-07-13T03:12:25.381" v="1497" actId="478"/>
          <ac:spMkLst>
            <pc:docMk/>
            <pc:sldMk cId="333542959" sldId="270"/>
            <ac:spMk id="3" creationId="{5B263E63-FC71-08C5-F5EF-E1C1D22D03A5}"/>
          </ac:spMkLst>
        </pc:spChg>
        <pc:spChg chg="mod">
          <ac:chgData name="s2001017【仙台広瀬】" userId="6ad112a8-f412-410c-8a0f-584406c8e747" providerId="ADAL" clId="{1AC41575-7ECC-42AD-B12B-D188D4CFAB4F}" dt="2023-07-13T03:14:24.421" v="1512" actId="164"/>
          <ac:spMkLst>
            <pc:docMk/>
            <pc:sldMk cId="333542959" sldId="270"/>
            <ac:spMk id="4" creationId="{DEECCD25-9D52-10A4-4314-15B9E7B00B56}"/>
          </ac:spMkLst>
        </pc:spChg>
        <pc:spChg chg="del mod topLvl">
          <ac:chgData name="s2001017【仙台広瀬】" userId="6ad112a8-f412-410c-8a0f-584406c8e747" providerId="ADAL" clId="{1AC41575-7ECC-42AD-B12B-D188D4CFAB4F}" dt="2023-07-13T03:13:13.401" v="1503" actId="478"/>
          <ac:spMkLst>
            <pc:docMk/>
            <pc:sldMk cId="333542959" sldId="270"/>
            <ac:spMk id="21" creationId="{62F623AA-5DB4-A679-A0FE-59684B9B0681}"/>
          </ac:spMkLst>
        </pc:spChg>
        <pc:spChg chg="mod topLvl">
          <ac:chgData name="s2001017【仙台広瀬】" userId="6ad112a8-f412-410c-8a0f-584406c8e747" providerId="ADAL" clId="{1AC41575-7ECC-42AD-B12B-D188D4CFAB4F}" dt="2023-07-13T03:16:05.355" v="1526" actId="20577"/>
          <ac:spMkLst>
            <pc:docMk/>
            <pc:sldMk cId="333542959" sldId="270"/>
            <ac:spMk id="22" creationId="{5F17FE3C-5AFA-FF9A-25CF-4FC5DE504F2F}"/>
          </ac:spMkLst>
        </pc:spChg>
        <pc:spChg chg="del">
          <ac:chgData name="s2001017【仙台広瀬】" userId="6ad112a8-f412-410c-8a0f-584406c8e747" providerId="ADAL" clId="{1AC41575-7ECC-42AD-B12B-D188D4CFAB4F}" dt="2023-07-13T03:12:30.231" v="1499" actId="478"/>
          <ac:spMkLst>
            <pc:docMk/>
            <pc:sldMk cId="333542959" sldId="270"/>
            <ac:spMk id="25" creationId="{C6E854BB-1C5D-BF60-59E3-A5D2E963FB7F}"/>
          </ac:spMkLst>
        </pc:spChg>
        <pc:grpChg chg="del">
          <ac:chgData name="s2001017【仙台広瀬】" userId="6ad112a8-f412-410c-8a0f-584406c8e747" providerId="ADAL" clId="{1AC41575-7ECC-42AD-B12B-D188D4CFAB4F}" dt="2023-07-13T03:13:10.502" v="1502" actId="165"/>
          <ac:grpSpMkLst>
            <pc:docMk/>
            <pc:sldMk cId="333542959" sldId="270"/>
            <ac:grpSpMk id="20" creationId="{550791C2-78C3-289E-A98E-8D986B405077}"/>
          </ac:grpSpMkLst>
        </pc:grpChg>
        <pc:grpChg chg="add mod">
          <ac:chgData name="s2001017【仙台広瀬】" userId="6ad112a8-f412-410c-8a0f-584406c8e747" providerId="ADAL" clId="{1AC41575-7ECC-42AD-B12B-D188D4CFAB4F}" dt="2023-07-13T03:14:24.421" v="1512" actId="164"/>
          <ac:grpSpMkLst>
            <pc:docMk/>
            <pc:sldMk cId="333542959" sldId="270"/>
            <ac:grpSpMk id="26" creationId="{92BA9F79-27B2-A885-8537-317D48543A69}"/>
          </ac:grpSpMkLst>
        </pc:grpChg>
      </pc:sldChg>
      <pc:sldChg chg="addSp delSp modSp add mod">
        <pc:chgData name="s2001017【仙台広瀬】" userId="6ad112a8-f412-410c-8a0f-584406c8e747" providerId="ADAL" clId="{1AC41575-7ECC-42AD-B12B-D188D4CFAB4F}" dt="2023-07-13T04:50:20.771" v="1980" actId="20577"/>
        <pc:sldMkLst>
          <pc:docMk/>
          <pc:sldMk cId="1258055224" sldId="271"/>
        </pc:sldMkLst>
        <pc:spChg chg="add del mod">
          <ac:chgData name="s2001017【仙台広瀬】" userId="6ad112a8-f412-410c-8a0f-584406c8e747" providerId="ADAL" clId="{1AC41575-7ECC-42AD-B12B-D188D4CFAB4F}" dt="2023-07-13T03:53:58.604" v="1685"/>
          <ac:spMkLst>
            <pc:docMk/>
            <pc:sldMk cId="1258055224" sldId="271"/>
            <ac:spMk id="7" creationId="{5A0A43E2-E4F2-E174-97EA-5E19CF01E7B8}"/>
          </ac:spMkLst>
        </pc:spChg>
        <pc:spChg chg="del mod topLvl">
          <ac:chgData name="s2001017【仙台広瀬】" userId="6ad112a8-f412-410c-8a0f-584406c8e747" providerId="ADAL" clId="{1AC41575-7ECC-42AD-B12B-D188D4CFAB4F}" dt="2023-07-13T03:34:56.509" v="1628" actId="478"/>
          <ac:spMkLst>
            <pc:docMk/>
            <pc:sldMk cId="1258055224" sldId="271"/>
            <ac:spMk id="14" creationId="{EDBE35FD-06BA-FC77-EB06-B31A37271D94}"/>
          </ac:spMkLst>
        </pc:spChg>
        <pc:spChg chg="mod ord topLvl">
          <ac:chgData name="s2001017【仙台広瀬】" userId="6ad112a8-f412-410c-8a0f-584406c8e747" providerId="ADAL" clId="{1AC41575-7ECC-42AD-B12B-D188D4CFAB4F}" dt="2023-07-13T04:50:20.771" v="1980" actId="20577"/>
          <ac:spMkLst>
            <pc:docMk/>
            <pc:sldMk cId="1258055224" sldId="271"/>
            <ac:spMk id="15" creationId="{60141C63-8D9E-2B0E-2C2E-3C4BD48ABD2A}"/>
          </ac:spMkLst>
        </pc:spChg>
        <pc:spChg chg="mod">
          <ac:chgData name="s2001017【仙台広瀬】" userId="6ad112a8-f412-410c-8a0f-584406c8e747" providerId="ADAL" clId="{1AC41575-7ECC-42AD-B12B-D188D4CFAB4F}" dt="2023-07-13T03:35:12.903" v="1629" actId="164"/>
          <ac:spMkLst>
            <pc:docMk/>
            <pc:sldMk cId="1258055224" sldId="271"/>
            <ac:spMk id="30" creationId="{245D5393-4A15-0BAD-7D14-18E857DD8FD6}"/>
          </ac:spMkLst>
        </pc:spChg>
        <pc:spChg chg="del">
          <ac:chgData name="s2001017【仙台広瀬】" userId="6ad112a8-f412-410c-8a0f-584406c8e747" providerId="ADAL" clId="{1AC41575-7ECC-42AD-B12B-D188D4CFAB4F}" dt="2023-07-13T03:33:58.963" v="1618" actId="478"/>
          <ac:spMkLst>
            <pc:docMk/>
            <pc:sldMk cId="1258055224" sldId="271"/>
            <ac:spMk id="31" creationId="{757F1DFB-5C38-9273-F7EA-8B39FE2F71E4}"/>
          </ac:spMkLst>
        </pc:spChg>
        <pc:spChg chg="del">
          <ac:chgData name="s2001017【仙台広瀬】" userId="6ad112a8-f412-410c-8a0f-584406c8e747" providerId="ADAL" clId="{1AC41575-7ECC-42AD-B12B-D188D4CFAB4F}" dt="2023-07-13T03:33:59.729" v="1619" actId="478"/>
          <ac:spMkLst>
            <pc:docMk/>
            <pc:sldMk cId="1258055224" sldId="271"/>
            <ac:spMk id="32" creationId="{24265C3A-265C-A5A4-D156-D4809DFB1D9C}"/>
          </ac:spMkLst>
        </pc:spChg>
        <pc:grpChg chg="add del mod">
          <ac:chgData name="s2001017【仙台広瀬】" userId="6ad112a8-f412-410c-8a0f-584406c8e747" providerId="ADAL" clId="{1AC41575-7ECC-42AD-B12B-D188D4CFAB4F}" dt="2023-07-13T03:46:05.515" v="1664" actId="21"/>
          <ac:grpSpMkLst>
            <pc:docMk/>
            <pc:sldMk cId="1258055224" sldId="271"/>
            <ac:grpSpMk id="2" creationId="{BFFDA7B6-63FB-6DD6-5135-26C4EA5B960F}"/>
          </ac:grpSpMkLst>
        </pc:grpChg>
        <pc:grpChg chg="add del">
          <ac:chgData name="s2001017【仙台広瀬】" userId="6ad112a8-f412-410c-8a0f-584406c8e747" providerId="ADAL" clId="{1AC41575-7ECC-42AD-B12B-D188D4CFAB4F}" dt="2023-07-13T03:34:15.768" v="1624" actId="165"/>
          <ac:grpSpMkLst>
            <pc:docMk/>
            <pc:sldMk cId="1258055224" sldId="271"/>
            <ac:grpSpMk id="13" creationId="{E1AF6DAA-D1BF-F491-1087-BC7B3BB14040}"/>
          </ac:grpSpMkLst>
        </pc:grpChg>
        <pc:picChg chg="add del mod">
          <ac:chgData name="s2001017【仙台広瀬】" userId="6ad112a8-f412-410c-8a0f-584406c8e747" providerId="ADAL" clId="{1AC41575-7ECC-42AD-B12B-D188D4CFAB4F}" dt="2023-07-13T03:54:13.552" v="1688" actId="478"/>
          <ac:picMkLst>
            <pc:docMk/>
            <pc:sldMk cId="1258055224" sldId="271"/>
            <ac:picMk id="8" creationId="{970B42B4-0BB8-5641-D700-ABFF8A06BEA7}"/>
          </ac:picMkLst>
        </pc:picChg>
      </pc:sldChg>
      <pc:sldChg chg="addSp delSp modSp new mod">
        <pc:chgData name="s2001017【仙台広瀬】" userId="6ad112a8-f412-410c-8a0f-584406c8e747" providerId="ADAL" clId="{1AC41575-7ECC-42AD-B12B-D188D4CFAB4F}" dt="2023-07-13T04:50:41.110" v="1987" actId="732"/>
        <pc:sldMkLst>
          <pc:docMk/>
          <pc:sldMk cId="2596488191" sldId="272"/>
        </pc:sldMkLst>
        <pc:spChg chg="del">
          <ac:chgData name="s2001017【仙台広瀬】" userId="6ad112a8-f412-410c-8a0f-584406c8e747" providerId="ADAL" clId="{1AC41575-7ECC-42AD-B12B-D188D4CFAB4F}" dt="2023-07-13T03:45:44.419" v="1655" actId="478"/>
          <ac:spMkLst>
            <pc:docMk/>
            <pc:sldMk cId="2596488191" sldId="272"/>
            <ac:spMk id="2" creationId="{18C2B21C-15EA-5012-EA10-96070A09DB2C}"/>
          </ac:spMkLst>
        </pc:spChg>
        <pc:spChg chg="del">
          <ac:chgData name="s2001017【仙台広瀬】" userId="6ad112a8-f412-410c-8a0f-584406c8e747" providerId="ADAL" clId="{1AC41575-7ECC-42AD-B12B-D188D4CFAB4F}" dt="2023-07-13T03:45:45.360" v="1656" actId="478"/>
          <ac:spMkLst>
            <pc:docMk/>
            <pc:sldMk cId="2596488191" sldId="272"/>
            <ac:spMk id="3" creationId="{19CAB35D-470C-245A-0B8B-033A3F35C9C4}"/>
          </ac:spMkLst>
        </pc:spChg>
        <pc:spChg chg="add mod ord">
          <ac:chgData name="s2001017【仙台広瀬】" userId="6ad112a8-f412-410c-8a0f-584406c8e747" providerId="ADAL" clId="{1AC41575-7ECC-42AD-B12B-D188D4CFAB4F}" dt="2023-07-13T03:45:59.275" v="1662" actId="167"/>
          <ac:spMkLst>
            <pc:docMk/>
            <pc:sldMk cId="2596488191" sldId="272"/>
            <ac:spMk id="5" creationId="{34602A36-8B95-AF15-322E-27109ABF85FE}"/>
          </ac:spMkLst>
        </pc:spChg>
        <pc:spChg chg="mod">
          <ac:chgData name="s2001017【仙台広瀬】" userId="6ad112a8-f412-410c-8a0f-584406c8e747" providerId="ADAL" clId="{1AC41575-7ECC-42AD-B12B-D188D4CFAB4F}" dt="2023-07-13T03:46:11.216" v="1665"/>
          <ac:spMkLst>
            <pc:docMk/>
            <pc:sldMk cId="2596488191" sldId="272"/>
            <ac:spMk id="7" creationId="{C7367325-2FB9-118E-13DB-1E2679ACB500}"/>
          </ac:spMkLst>
        </pc:spChg>
        <pc:spChg chg="mod">
          <ac:chgData name="s2001017【仙台広瀬】" userId="6ad112a8-f412-410c-8a0f-584406c8e747" providerId="ADAL" clId="{1AC41575-7ECC-42AD-B12B-D188D4CFAB4F}" dt="2023-07-13T03:46:11.216" v="1665"/>
          <ac:spMkLst>
            <pc:docMk/>
            <pc:sldMk cId="2596488191" sldId="272"/>
            <ac:spMk id="8" creationId="{3938F74C-E47C-A9F9-1FDA-7A4824590424}"/>
          </ac:spMkLst>
        </pc:spChg>
        <pc:spChg chg="mod">
          <ac:chgData name="s2001017【仙台広瀬】" userId="6ad112a8-f412-410c-8a0f-584406c8e747" providerId="ADAL" clId="{1AC41575-7ECC-42AD-B12B-D188D4CFAB4F}" dt="2023-07-13T03:49:26.809" v="1672"/>
          <ac:spMkLst>
            <pc:docMk/>
            <pc:sldMk cId="2596488191" sldId="272"/>
            <ac:spMk id="10" creationId="{49579E37-8790-A57C-DC81-1E81FB4E5C5B}"/>
          </ac:spMkLst>
        </pc:spChg>
        <pc:spChg chg="mod">
          <ac:chgData name="s2001017【仙台広瀬】" userId="6ad112a8-f412-410c-8a0f-584406c8e747" providerId="ADAL" clId="{1AC41575-7ECC-42AD-B12B-D188D4CFAB4F}" dt="2023-07-13T03:49:26.809" v="1672"/>
          <ac:spMkLst>
            <pc:docMk/>
            <pc:sldMk cId="2596488191" sldId="272"/>
            <ac:spMk id="11" creationId="{D8C82EC4-4C4F-0A15-87F5-178A1FA95957}"/>
          </ac:spMkLst>
        </pc:spChg>
        <pc:spChg chg="del mod topLvl">
          <ac:chgData name="s2001017【仙台広瀬】" userId="6ad112a8-f412-410c-8a0f-584406c8e747" providerId="ADAL" clId="{1AC41575-7ECC-42AD-B12B-D188D4CFAB4F}" dt="2023-07-13T04:43:23.021" v="1893" actId="478"/>
          <ac:spMkLst>
            <pc:docMk/>
            <pc:sldMk cId="2596488191" sldId="272"/>
            <ac:spMk id="13" creationId="{BBD59B51-0394-D2C6-3C80-14A3A9C29DAB}"/>
          </ac:spMkLst>
        </pc:spChg>
        <pc:spChg chg="del mod topLvl">
          <ac:chgData name="s2001017【仙台広瀬】" userId="6ad112a8-f412-410c-8a0f-584406c8e747" providerId="ADAL" clId="{1AC41575-7ECC-42AD-B12B-D188D4CFAB4F}" dt="2023-07-13T03:50:05.669" v="1680" actId="478"/>
          <ac:spMkLst>
            <pc:docMk/>
            <pc:sldMk cId="2596488191" sldId="272"/>
            <ac:spMk id="14" creationId="{FB0CD8F1-6BD0-FC4C-9173-1F2A8AD2AC03}"/>
          </ac:spMkLst>
        </pc:spChg>
        <pc:spChg chg="mod">
          <ac:chgData name="s2001017【仙台広瀬】" userId="6ad112a8-f412-410c-8a0f-584406c8e747" providerId="ADAL" clId="{1AC41575-7ECC-42AD-B12B-D188D4CFAB4F}" dt="2023-07-13T04:50:25.035" v="1981"/>
          <ac:spMkLst>
            <pc:docMk/>
            <pc:sldMk cId="2596488191" sldId="272"/>
            <ac:spMk id="21" creationId="{8F96BE80-9ABB-760B-0443-0F49BC073BBD}"/>
          </ac:spMkLst>
        </pc:spChg>
        <pc:spChg chg="mod">
          <ac:chgData name="s2001017【仙台広瀬】" userId="6ad112a8-f412-410c-8a0f-584406c8e747" providerId="ADAL" clId="{1AC41575-7ECC-42AD-B12B-D188D4CFAB4F}" dt="2023-07-13T04:50:25.035" v="1981"/>
          <ac:spMkLst>
            <pc:docMk/>
            <pc:sldMk cId="2596488191" sldId="272"/>
            <ac:spMk id="22" creationId="{91F1A628-F9B3-8BE3-8D3D-7C55F2D2751E}"/>
          </ac:spMkLst>
        </pc:spChg>
        <pc:grpChg chg="add del mod">
          <ac:chgData name="s2001017【仙台広瀬】" userId="6ad112a8-f412-410c-8a0f-584406c8e747" providerId="ADAL" clId="{1AC41575-7ECC-42AD-B12B-D188D4CFAB4F}" dt="2023-07-13T03:49:26.078" v="1671" actId="478"/>
          <ac:grpSpMkLst>
            <pc:docMk/>
            <pc:sldMk cId="2596488191" sldId="272"/>
            <ac:grpSpMk id="6" creationId="{EBB16D2C-F121-A1A8-F8F6-6009B2ADBACA}"/>
          </ac:grpSpMkLst>
        </pc:grpChg>
        <pc:grpChg chg="add del mod">
          <ac:chgData name="s2001017【仙台広瀬】" userId="6ad112a8-f412-410c-8a0f-584406c8e747" providerId="ADAL" clId="{1AC41575-7ECC-42AD-B12B-D188D4CFAB4F}" dt="2023-07-13T03:49:48.618" v="1678" actId="478"/>
          <ac:grpSpMkLst>
            <pc:docMk/>
            <pc:sldMk cId="2596488191" sldId="272"/>
            <ac:grpSpMk id="9" creationId="{98DE4367-2CD8-DEF2-0097-02D37948C6C7}"/>
          </ac:grpSpMkLst>
        </pc:grpChg>
        <pc:grpChg chg="add del mod">
          <ac:chgData name="s2001017【仙台広瀬】" userId="6ad112a8-f412-410c-8a0f-584406c8e747" providerId="ADAL" clId="{1AC41575-7ECC-42AD-B12B-D188D4CFAB4F}" dt="2023-07-13T03:50:05.669" v="1680" actId="478"/>
          <ac:grpSpMkLst>
            <pc:docMk/>
            <pc:sldMk cId="2596488191" sldId="272"/>
            <ac:grpSpMk id="12" creationId="{0B9142E7-9777-0CF5-DB40-51B5D547E632}"/>
          </ac:grpSpMkLst>
        </pc:grpChg>
        <pc:grpChg chg="add del mod">
          <ac:chgData name="s2001017【仙台広瀬】" userId="6ad112a8-f412-410c-8a0f-584406c8e747" providerId="ADAL" clId="{1AC41575-7ECC-42AD-B12B-D188D4CFAB4F}" dt="2023-07-13T04:50:25.678" v="1982"/>
          <ac:grpSpMkLst>
            <pc:docMk/>
            <pc:sldMk cId="2596488191" sldId="272"/>
            <ac:grpSpMk id="20" creationId="{049D9E1A-A97A-E0AD-4933-7FEAAD45F285}"/>
          </ac:grpSpMkLst>
        </pc:grpChg>
        <pc:picChg chg="add">
          <ac:chgData name="s2001017【仙台広瀬】" userId="6ad112a8-f412-410c-8a0f-584406c8e747" providerId="ADAL" clId="{1AC41575-7ECC-42AD-B12B-D188D4CFAB4F}" dt="2023-07-13T03:45:48.224" v="1657"/>
          <ac:picMkLst>
            <pc:docMk/>
            <pc:sldMk cId="2596488191" sldId="272"/>
            <ac:picMk id="4" creationId="{9EC10DC6-88F7-69EB-A425-8703E678DE97}"/>
          </ac:picMkLst>
        </pc:picChg>
        <pc:picChg chg="add del mod">
          <ac:chgData name="s2001017【仙台広瀬】" userId="6ad112a8-f412-410c-8a0f-584406c8e747" providerId="ADAL" clId="{1AC41575-7ECC-42AD-B12B-D188D4CFAB4F}" dt="2023-07-13T03:50:29.690" v="1683" actId="478"/>
          <ac:picMkLst>
            <pc:docMk/>
            <pc:sldMk cId="2596488191" sldId="272"/>
            <ac:picMk id="15" creationId="{82B655C2-FAD3-9665-5EC4-E9D9FBB347ED}"/>
          </ac:picMkLst>
        </pc:picChg>
        <pc:picChg chg="add mod modCrop">
          <ac:chgData name="s2001017【仙台広瀬】" userId="6ad112a8-f412-410c-8a0f-584406c8e747" providerId="ADAL" clId="{1AC41575-7ECC-42AD-B12B-D188D4CFAB4F}" dt="2023-07-13T04:44:14.360" v="1906" actId="1076"/>
          <ac:picMkLst>
            <pc:docMk/>
            <pc:sldMk cId="2596488191" sldId="272"/>
            <ac:picMk id="16" creationId="{7F3EA348-4C71-2936-44E8-4F31C855F177}"/>
          </ac:picMkLst>
        </pc:picChg>
        <pc:picChg chg="add mod modCrop">
          <ac:chgData name="s2001017【仙台広瀬】" userId="6ad112a8-f412-410c-8a0f-584406c8e747" providerId="ADAL" clId="{1AC41575-7ECC-42AD-B12B-D188D4CFAB4F}" dt="2023-07-13T04:48:33.906" v="1952" actId="1076"/>
          <ac:picMkLst>
            <pc:docMk/>
            <pc:sldMk cId="2596488191" sldId="272"/>
            <ac:picMk id="17" creationId="{5FE95334-DA5E-744A-9392-A1BC03B9FBC3}"/>
          </ac:picMkLst>
        </pc:picChg>
        <pc:picChg chg="add mod modCrop">
          <ac:chgData name="s2001017【仙台広瀬】" userId="6ad112a8-f412-410c-8a0f-584406c8e747" providerId="ADAL" clId="{1AC41575-7ECC-42AD-B12B-D188D4CFAB4F}" dt="2023-07-13T04:49:10.047" v="1966" actId="732"/>
          <ac:picMkLst>
            <pc:docMk/>
            <pc:sldMk cId="2596488191" sldId="272"/>
            <ac:picMk id="18" creationId="{7F789CEB-6007-F47B-DC62-052261F5ECF6}"/>
          </ac:picMkLst>
        </pc:picChg>
        <pc:picChg chg="add mod modCrop">
          <ac:chgData name="s2001017【仙台広瀬】" userId="6ad112a8-f412-410c-8a0f-584406c8e747" providerId="ADAL" clId="{1AC41575-7ECC-42AD-B12B-D188D4CFAB4F}" dt="2023-07-13T04:50:07.558" v="1977" actId="732"/>
          <ac:picMkLst>
            <pc:docMk/>
            <pc:sldMk cId="2596488191" sldId="272"/>
            <ac:picMk id="19" creationId="{0ABE3D86-FA7F-3FB9-E4CC-EA56959FEB5C}"/>
          </ac:picMkLst>
        </pc:picChg>
        <pc:picChg chg="add mod modCrop">
          <ac:chgData name="s2001017【仙台広瀬】" userId="6ad112a8-f412-410c-8a0f-584406c8e747" providerId="ADAL" clId="{1AC41575-7ECC-42AD-B12B-D188D4CFAB4F}" dt="2023-07-13T04:50:41.110" v="1987" actId="732"/>
          <ac:picMkLst>
            <pc:docMk/>
            <pc:sldMk cId="2596488191" sldId="272"/>
            <ac:picMk id="23" creationId="{B45975B2-63A1-A994-2357-02C0923BD56A}"/>
          </ac:picMkLst>
        </pc:picChg>
      </pc:sldChg>
      <pc:sldChg chg="delSp modSp add del mod">
        <pc:chgData name="s2001017【仙台広瀬】" userId="6ad112a8-f412-410c-8a0f-584406c8e747" providerId="ADAL" clId="{1AC41575-7ECC-42AD-B12B-D188D4CFAB4F}" dt="2023-07-13T05:05:22.018" v="2124" actId="47"/>
        <pc:sldMkLst>
          <pc:docMk/>
          <pc:sldMk cId="1964209095" sldId="273"/>
        </pc:sldMkLst>
        <pc:spChg chg="mod">
          <ac:chgData name="s2001017【仙台広瀬】" userId="6ad112a8-f412-410c-8a0f-584406c8e747" providerId="ADAL" clId="{1AC41575-7ECC-42AD-B12B-D188D4CFAB4F}" dt="2023-07-13T04:58:03.594" v="2033" actId="208"/>
          <ac:spMkLst>
            <pc:docMk/>
            <pc:sldMk cId="1964209095" sldId="273"/>
            <ac:spMk id="2" creationId="{BBA845A5-166D-FA80-8218-42CB32E92526}"/>
          </ac:spMkLst>
        </pc:spChg>
        <pc:spChg chg="del topLvl">
          <ac:chgData name="s2001017【仙台広瀬】" userId="6ad112a8-f412-410c-8a0f-584406c8e747" providerId="ADAL" clId="{1AC41575-7ECC-42AD-B12B-D188D4CFAB4F}" dt="2023-07-13T04:57:47.124" v="2031" actId="478"/>
          <ac:spMkLst>
            <pc:docMk/>
            <pc:sldMk cId="1964209095" sldId="273"/>
            <ac:spMk id="14" creationId="{EDBE35FD-06BA-FC77-EB06-B31A37271D94}"/>
          </ac:spMkLst>
        </pc:spChg>
        <pc:spChg chg="del topLvl">
          <ac:chgData name="s2001017【仙台広瀬】" userId="6ad112a8-f412-410c-8a0f-584406c8e747" providerId="ADAL" clId="{1AC41575-7ECC-42AD-B12B-D188D4CFAB4F}" dt="2023-07-13T04:57:36.570" v="2026" actId="478"/>
          <ac:spMkLst>
            <pc:docMk/>
            <pc:sldMk cId="1964209095" sldId="273"/>
            <ac:spMk id="15" creationId="{60141C63-8D9E-2B0E-2C2E-3C4BD48ABD2A}"/>
          </ac:spMkLst>
        </pc:spChg>
        <pc:spChg chg="del topLvl">
          <ac:chgData name="s2001017【仙台広瀬】" userId="6ad112a8-f412-410c-8a0f-584406c8e747" providerId="ADAL" clId="{1AC41575-7ECC-42AD-B12B-D188D4CFAB4F}" dt="2023-07-13T04:57:44.222" v="2030" actId="478"/>
          <ac:spMkLst>
            <pc:docMk/>
            <pc:sldMk cId="1964209095" sldId="273"/>
            <ac:spMk id="19" creationId="{EE10FEC7-2390-E6D7-6804-17C7A2BD2030}"/>
          </ac:spMkLst>
        </pc:spChg>
        <pc:spChg chg="topLvl">
          <ac:chgData name="s2001017【仙台広瀬】" userId="6ad112a8-f412-410c-8a0f-584406c8e747" providerId="ADAL" clId="{1AC41575-7ECC-42AD-B12B-D188D4CFAB4F}" dt="2023-07-13T04:57:44.222" v="2030" actId="478"/>
          <ac:spMkLst>
            <pc:docMk/>
            <pc:sldMk cId="1964209095" sldId="273"/>
            <ac:spMk id="20" creationId="{EA73AC3E-9082-F7E2-4034-3A75DF75377C}"/>
          </ac:spMkLst>
        </pc:spChg>
        <pc:spChg chg="del">
          <ac:chgData name="s2001017【仙台広瀬】" userId="6ad112a8-f412-410c-8a0f-584406c8e747" providerId="ADAL" clId="{1AC41575-7ECC-42AD-B12B-D188D4CFAB4F}" dt="2023-07-13T04:57:38.237" v="2028" actId="478"/>
          <ac:spMkLst>
            <pc:docMk/>
            <pc:sldMk cId="1964209095" sldId="273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4:57:37.632" v="2027" actId="478"/>
          <ac:spMkLst>
            <pc:docMk/>
            <pc:sldMk cId="1964209095" sldId="273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4:57:36.570" v="2026" actId="478"/>
          <ac:grpSpMkLst>
            <pc:docMk/>
            <pc:sldMk cId="1964209095" sldId="273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4:57:44.222" v="2030" actId="478"/>
          <ac:grpSpMkLst>
            <pc:docMk/>
            <pc:sldMk cId="1964209095" sldId="273"/>
            <ac:grpSpMk id="18" creationId="{3599A0B3-364B-1109-24C0-A70B7FBC5AD3}"/>
          </ac:grpSpMkLst>
        </pc:grpChg>
        <pc:grpChg chg="del">
          <ac:chgData name="s2001017【仙台広瀬】" userId="6ad112a8-f412-410c-8a0f-584406c8e747" providerId="ADAL" clId="{1AC41575-7ECC-42AD-B12B-D188D4CFAB4F}" dt="2023-07-13T04:57:39.087" v="2029" actId="478"/>
          <ac:grpSpMkLst>
            <pc:docMk/>
            <pc:sldMk cId="1964209095" sldId="273"/>
            <ac:grpSpMk id="46" creationId="{AB880E11-F5F6-0A5F-5FD2-D7A68145C847}"/>
          </ac:grpSpMkLst>
        </pc:grpChg>
      </pc:sldChg>
      <pc:sldChg chg="delSp modSp add del mod">
        <pc:chgData name="s2001017【仙台広瀬】" userId="6ad112a8-f412-410c-8a0f-584406c8e747" providerId="ADAL" clId="{1AC41575-7ECC-42AD-B12B-D188D4CFAB4F}" dt="2023-07-13T05:05:23.120" v="2125" actId="47"/>
        <pc:sldMkLst>
          <pc:docMk/>
          <pc:sldMk cId="2681598597" sldId="274"/>
        </pc:sldMkLst>
        <pc:spChg chg="mod">
          <ac:chgData name="s2001017【仙台広瀬】" userId="6ad112a8-f412-410c-8a0f-584406c8e747" providerId="ADAL" clId="{1AC41575-7ECC-42AD-B12B-D188D4CFAB4F}" dt="2023-07-13T04:59:29.982" v="2043" actId="208"/>
          <ac:spMkLst>
            <pc:docMk/>
            <pc:sldMk cId="2681598597" sldId="274"/>
            <ac:spMk id="2" creationId="{BBA845A5-166D-FA80-8218-42CB32E92526}"/>
          </ac:spMkLst>
        </pc:spChg>
        <pc:spChg chg="del topLvl">
          <ac:chgData name="s2001017【仙台広瀬】" userId="6ad112a8-f412-410c-8a0f-584406c8e747" providerId="ADAL" clId="{1AC41575-7ECC-42AD-B12B-D188D4CFAB4F}" dt="2023-07-13T04:59:15.033" v="2035" actId="478"/>
          <ac:spMkLst>
            <pc:docMk/>
            <pc:sldMk cId="2681598597" sldId="274"/>
            <ac:spMk id="19" creationId="{EE10FEC7-2390-E6D7-6804-17C7A2BD2030}"/>
          </ac:spMkLst>
        </pc:spChg>
        <pc:spChg chg="del mod topLvl">
          <ac:chgData name="s2001017【仙台広瀬】" userId="6ad112a8-f412-410c-8a0f-584406c8e747" providerId="ADAL" clId="{1AC41575-7ECC-42AD-B12B-D188D4CFAB4F}" dt="2023-07-13T04:59:18.144" v="2037" actId="478"/>
          <ac:spMkLst>
            <pc:docMk/>
            <pc:sldMk cId="2681598597" sldId="274"/>
            <ac:spMk id="20" creationId="{EA73AC3E-9082-F7E2-4034-3A75DF75377C}"/>
          </ac:spMkLst>
        </pc:spChg>
        <pc:spChg chg="del topLvl">
          <ac:chgData name="s2001017【仙台広瀬】" userId="6ad112a8-f412-410c-8a0f-584406c8e747" providerId="ADAL" clId="{1AC41575-7ECC-42AD-B12B-D188D4CFAB4F}" dt="2023-07-13T04:59:24.791" v="2041" actId="478"/>
          <ac:spMkLst>
            <pc:docMk/>
            <pc:sldMk cId="2681598597" sldId="274"/>
            <ac:spMk id="47" creationId="{B2F8AF82-E62D-C6B5-8F82-AAC3823E2CCB}"/>
          </ac:spMkLst>
        </pc:spChg>
        <pc:spChg chg="del">
          <ac:chgData name="s2001017【仙台広瀬】" userId="6ad112a8-f412-410c-8a0f-584406c8e747" providerId="ADAL" clId="{1AC41575-7ECC-42AD-B12B-D188D4CFAB4F}" dt="2023-07-13T04:59:20.617" v="2039" actId="478"/>
          <ac:spMkLst>
            <pc:docMk/>
            <pc:sldMk cId="2681598597" sldId="274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4:59:22.187" v="2040" actId="478"/>
          <ac:spMkLst>
            <pc:docMk/>
            <pc:sldMk cId="2681598597" sldId="274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4:59:19.790" v="2038" actId="478"/>
          <ac:grpSpMkLst>
            <pc:docMk/>
            <pc:sldMk cId="2681598597" sldId="274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4:59:15.033" v="2035" actId="478"/>
          <ac:grpSpMkLst>
            <pc:docMk/>
            <pc:sldMk cId="2681598597" sldId="274"/>
            <ac:grpSpMk id="18" creationId="{3599A0B3-364B-1109-24C0-A70B7FBC5AD3}"/>
          </ac:grpSpMkLst>
        </pc:grpChg>
        <pc:grpChg chg="del">
          <ac:chgData name="s2001017【仙台広瀬】" userId="6ad112a8-f412-410c-8a0f-584406c8e747" providerId="ADAL" clId="{1AC41575-7ECC-42AD-B12B-D188D4CFAB4F}" dt="2023-07-13T04:59:24.791" v="2041" actId="478"/>
          <ac:grpSpMkLst>
            <pc:docMk/>
            <pc:sldMk cId="2681598597" sldId="274"/>
            <ac:grpSpMk id="46" creationId="{AB880E11-F5F6-0A5F-5FD2-D7A68145C847}"/>
          </ac:grpSpMkLst>
        </pc:grpChg>
        <pc:picChg chg="topLvl">
          <ac:chgData name="s2001017【仙台広瀬】" userId="6ad112a8-f412-410c-8a0f-584406c8e747" providerId="ADAL" clId="{1AC41575-7ECC-42AD-B12B-D188D4CFAB4F}" dt="2023-07-13T04:59:24.791" v="2041" actId="478"/>
          <ac:picMkLst>
            <pc:docMk/>
            <pc:sldMk cId="2681598597" sldId="274"/>
            <ac:picMk id="48" creationId="{F93DE686-B8FF-77B0-0E83-9037F4ADEAF0}"/>
          </ac:picMkLst>
        </pc:picChg>
      </pc:sldChg>
      <pc:sldChg chg="add ord">
        <pc:chgData name="s2001017【仙台広瀬】" userId="6ad112a8-f412-410c-8a0f-584406c8e747" providerId="ADAL" clId="{1AC41575-7ECC-42AD-B12B-D188D4CFAB4F}" dt="2023-07-13T05:02:24.181" v="2071"/>
        <pc:sldMkLst>
          <pc:docMk/>
          <pc:sldMk cId="1000973958" sldId="275"/>
        </pc:sldMkLst>
      </pc:sldChg>
      <pc:sldChg chg="new del">
        <pc:chgData name="s2001017【仙台広瀬】" userId="6ad112a8-f412-410c-8a0f-584406c8e747" providerId="ADAL" clId="{1AC41575-7ECC-42AD-B12B-D188D4CFAB4F}" dt="2023-07-13T05:05:48.884" v="2131" actId="680"/>
        <pc:sldMkLst>
          <pc:docMk/>
          <pc:sldMk cId="808253311" sldId="276"/>
        </pc:sldMkLst>
      </pc:sldChg>
      <pc:sldChg chg="delSp modSp add del mod">
        <pc:chgData name="s2001017【仙台広瀬】" userId="6ad112a8-f412-410c-8a0f-584406c8e747" providerId="ADAL" clId="{1AC41575-7ECC-42AD-B12B-D188D4CFAB4F}" dt="2023-07-13T05:05:18.132" v="2122" actId="47"/>
        <pc:sldMkLst>
          <pc:docMk/>
          <pc:sldMk cId="1970053624" sldId="276"/>
        </pc:sldMkLst>
        <pc:spChg chg="mod">
          <ac:chgData name="s2001017【仙台広瀬】" userId="6ad112a8-f412-410c-8a0f-584406c8e747" providerId="ADAL" clId="{1AC41575-7ECC-42AD-B12B-D188D4CFAB4F}" dt="2023-07-13T05:01:09.049" v="2064" actId="207"/>
          <ac:spMkLst>
            <pc:docMk/>
            <pc:sldMk cId="1970053624" sldId="276"/>
            <ac:spMk id="2" creationId="{BBA845A5-166D-FA80-8218-42CB32E92526}"/>
          </ac:spMkLst>
        </pc:spChg>
        <pc:spChg chg="del topLvl">
          <ac:chgData name="s2001017【仙台広瀬】" userId="6ad112a8-f412-410c-8a0f-584406c8e747" providerId="ADAL" clId="{1AC41575-7ECC-42AD-B12B-D188D4CFAB4F}" dt="2023-07-13T05:01:03.267" v="2061" actId="478"/>
          <ac:spMkLst>
            <pc:docMk/>
            <pc:sldMk cId="1970053624" sldId="276"/>
            <ac:spMk id="14" creationId="{EDBE35FD-06BA-FC77-EB06-B31A37271D94}"/>
          </ac:spMkLst>
        </pc:spChg>
        <pc:spChg chg="del topLvl">
          <ac:chgData name="s2001017【仙台広瀬】" userId="6ad112a8-f412-410c-8a0f-584406c8e747" providerId="ADAL" clId="{1AC41575-7ECC-42AD-B12B-D188D4CFAB4F}" dt="2023-07-13T05:01:02.310" v="2060" actId="478"/>
          <ac:spMkLst>
            <pc:docMk/>
            <pc:sldMk cId="1970053624" sldId="276"/>
            <ac:spMk id="15" creationId="{60141C63-8D9E-2B0E-2C2E-3C4BD48ABD2A}"/>
          </ac:spMkLst>
        </pc:spChg>
        <pc:spChg chg="del topLvl">
          <ac:chgData name="s2001017【仙台広瀬】" userId="6ad112a8-f412-410c-8a0f-584406c8e747" providerId="ADAL" clId="{1AC41575-7ECC-42AD-B12B-D188D4CFAB4F}" dt="2023-07-13T05:01:06.238" v="2062" actId="478"/>
          <ac:spMkLst>
            <pc:docMk/>
            <pc:sldMk cId="1970053624" sldId="276"/>
            <ac:spMk id="25" creationId="{938FE8C3-04AA-14DF-2DA0-DC7B01E4CBBF}"/>
          </ac:spMkLst>
        </pc:spChg>
        <pc:spChg chg="del">
          <ac:chgData name="s2001017【仙台広瀬】" userId="6ad112a8-f412-410c-8a0f-584406c8e747" providerId="ADAL" clId="{1AC41575-7ECC-42AD-B12B-D188D4CFAB4F}" dt="2023-07-13T05:00:59.696" v="2058" actId="478"/>
          <ac:spMkLst>
            <pc:docMk/>
            <pc:sldMk cId="1970053624" sldId="276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5:01:00.355" v="2059" actId="478"/>
          <ac:spMkLst>
            <pc:docMk/>
            <pc:sldMk cId="1970053624" sldId="276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5:01:06.238" v="2062" actId="478"/>
          <ac:grpSpMkLst>
            <pc:docMk/>
            <pc:sldMk cId="1970053624" sldId="276"/>
            <ac:grpSpMk id="8" creationId="{56CBC5E9-35EF-882E-66A9-7050146B964F}"/>
          </ac:grpSpMkLst>
        </pc:grpChg>
        <pc:grpChg chg="del">
          <ac:chgData name="s2001017【仙台広瀬】" userId="6ad112a8-f412-410c-8a0f-584406c8e747" providerId="ADAL" clId="{1AC41575-7ECC-42AD-B12B-D188D4CFAB4F}" dt="2023-07-13T05:01:02.310" v="2060" actId="478"/>
          <ac:grpSpMkLst>
            <pc:docMk/>
            <pc:sldMk cId="1970053624" sldId="276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5:00:57.937" v="2057" actId="478"/>
          <ac:grpSpMkLst>
            <pc:docMk/>
            <pc:sldMk cId="1970053624" sldId="276"/>
            <ac:grpSpMk id="18" creationId="{3599A0B3-364B-1109-24C0-A70B7FBC5AD3}"/>
          </ac:grpSpMkLst>
        </pc:grpChg>
        <pc:picChg chg="mod topLvl modCrop">
          <ac:chgData name="s2001017【仙台広瀬】" userId="6ad112a8-f412-410c-8a0f-584406c8e747" providerId="ADAL" clId="{1AC41575-7ECC-42AD-B12B-D188D4CFAB4F}" dt="2023-07-13T05:01:35.834" v="2069" actId="732"/>
          <ac:picMkLst>
            <pc:docMk/>
            <pc:sldMk cId="1970053624" sldId="276"/>
            <ac:picMk id="3" creationId="{F47E6C65-5929-DBF2-55CC-27CA4D79D118}"/>
          </ac:picMkLst>
        </pc:picChg>
      </pc:sldChg>
      <pc:sldChg chg="delSp modSp new mod ord">
        <pc:chgData name="s2001017【仙台広瀬】" userId="6ad112a8-f412-410c-8a0f-584406c8e747" providerId="ADAL" clId="{1AC41575-7ECC-42AD-B12B-D188D4CFAB4F}" dt="2023-07-13T05:10:30.335" v="2851" actId="20577"/>
        <pc:sldMkLst>
          <pc:docMk/>
          <pc:sldMk cId="4271971114" sldId="276"/>
        </pc:sldMkLst>
        <pc:spChg chg="del">
          <ac:chgData name="s2001017【仙台広瀬】" userId="6ad112a8-f412-410c-8a0f-584406c8e747" providerId="ADAL" clId="{1AC41575-7ECC-42AD-B12B-D188D4CFAB4F}" dt="2023-07-13T05:05:56.759" v="2135" actId="478"/>
          <ac:spMkLst>
            <pc:docMk/>
            <pc:sldMk cId="4271971114" sldId="276"/>
            <ac:spMk id="2" creationId="{303EC57D-63C2-09E2-5D60-F9FC995936A2}"/>
          </ac:spMkLst>
        </pc:spChg>
        <pc:spChg chg="mod">
          <ac:chgData name="s2001017【仙台広瀬】" userId="6ad112a8-f412-410c-8a0f-584406c8e747" providerId="ADAL" clId="{1AC41575-7ECC-42AD-B12B-D188D4CFAB4F}" dt="2023-07-13T05:10:30.335" v="2851" actId="20577"/>
          <ac:spMkLst>
            <pc:docMk/>
            <pc:sldMk cId="4271971114" sldId="276"/>
            <ac:spMk id="3" creationId="{BBF2188D-1FEB-7776-36F6-C6727ACBA047}"/>
          </ac:spMkLst>
        </pc:spChg>
      </pc:sldChg>
      <pc:sldChg chg="addSp delSp modSp add del mod">
        <pc:chgData name="s2001017【仙台広瀬】" userId="6ad112a8-f412-410c-8a0f-584406c8e747" providerId="ADAL" clId="{1AC41575-7ECC-42AD-B12B-D188D4CFAB4F}" dt="2023-07-13T05:05:23.939" v="2126" actId="47"/>
        <pc:sldMkLst>
          <pc:docMk/>
          <pc:sldMk cId="263160355" sldId="277"/>
        </pc:sldMkLst>
        <pc:spChg chg="add del mod">
          <ac:chgData name="s2001017【仙台広瀬】" userId="6ad112a8-f412-410c-8a0f-584406c8e747" providerId="ADAL" clId="{1AC41575-7ECC-42AD-B12B-D188D4CFAB4F}" dt="2023-07-13T05:04:34.907" v="2106" actId="208"/>
          <ac:spMkLst>
            <pc:docMk/>
            <pc:sldMk cId="263160355" sldId="277"/>
            <ac:spMk id="2" creationId="{BBA845A5-166D-FA80-8218-42CB32E92526}"/>
          </ac:spMkLst>
        </pc:spChg>
        <pc:spChg chg="del">
          <ac:chgData name="s2001017【仙台広瀬】" userId="6ad112a8-f412-410c-8a0f-584406c8e747" providerId="ADAL" clId="{1AC41575-7ECC-42AD-B12B-D188D4CFAB4F}" dt="2023-07-13T05:04:23.140" v="2099" actId="478"/>
          <ac:spMkLst>
            <pc:docMk/>
            <pc:sldMk cId="263160355" sldId="277"/>
            <ac:spMk id="49" creationId="{BBCAA4A5-FD2E-0F87-2A82-A6E43B1C3660}"/>
          </ac:spMkLst>
        </pc:spChg>
        <pc:spChg chg="del">
          <ac:chgData name="s2001017【仙台広瀬】" userId="6ad112a8-f412-410c-8a0f-584406c8e747" providerId="ADAL" clId="{1AC41575-7ECC-42AD-B12B-D188D4CFAB4F}" dt="2023-07-13T05:04:25.750" v="2102" actId="478"/>
          <ac:spMkLst>
            <pc:docMk/>
            <pc:sldMk cId="263160355" sldId="277"/>
            <ac:spMk id="50" creationId="{9EB95239-18D0-A157-842D-B3386CB2CAC8}"/>
          </ac:spMkLst>
        </pc:spChg>
        <pc:grpChg chg="del">
          <ac:chgData name="s2001017【仙台広瀬】" userId="6ad112a8-f412-410c-8a0f-584406c8e747" providerId="ADAL" clId="{1AC41575-7ECC-42AD-B12B-D188D4CFAB4F}" dt="2023-07-13T05:04:28.436" v="2103" actId="478"/>
          <ac:grpSpMkLst>
            <pc:docMk/>
            <pc:sldMk cId="263160355" sldId="277"/>
            <ac:grpSpMk id="13" creationId="{E1AF6DAA-D1BF-F491-1087-BC7B3BB14040}"/>
          </ac:grpSpMkLst>
        </pc:grpChg>
        <pc:grpChg chg="del">
          <ac:chgData name="s2001017【仙台広瀬】" userId="6ad112a8-f412-410c-8a0f-584406c8e747" providerId="ADAL" clId="{1AC41575-7ECC-42AD-B12B-D188D4CFAB4F}" dt="2023-07-13T05:04:30.254" v="2104" actId="478"/>
          <ac:grpSpMkLst>
            <pc:docMk/>
            <pc:sldMk cId="263160355" sldId="277"/>
            <ac:grpSpMk id="18" creationId="{3599A0B3-364B-1109-24C0-A70B7FBC5AD3}"/>
          </ac:grpSpMkLst>
        </pc:grpChg>
        <pc:grpChg chg="del">
          <ac:chgData name="s2001017【仙台広瀬】" userId="6ad112a8-f412-410c-8a0f-584406c8e747" providerId="ADAL" clId="{1AC41575-7ECC-42AD-B12B-D188D4CFAB4F}" dt="2023-07-13T05:04:02.166" v="2090" actId="478"/>
          <ac:grpSpMkLst>
            <pc:docMk/>
            <pc:sldMk cId="263160355" sldId="277"/>
            <ac:grpSpMk id="46" creationId="{AB880E11-F5F6-0A5F-5FD2-D7A68145C847}"/>
          </ac:grpSpMkLst>
        </pc:grpChg>
        <pc:picChg chg="mod">
          <ac:chgData name="s2001017【仙台広瀬】" userId="6ad112a8-f412-410c-8a0f-584406c8e747" providerId="ADAL" clId="{1AC41575-7ECC-42AD-B12B-D188D4CFAB4F}" dt="2023-07-13T05:04:15.596" v="2098" actId="1036"/>
          <ac:picMkLst>
            <pc:docMk/>
            <pc:sldMk cId="263160355" sldId="277"/>
            <ac:picMk id="54" creationId="{65AC8BB9-D287-6416-0B66-AE14F810C3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61DDC-ABBE-4CF9-B22D-DEFDED3C3294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B1F1B-4E6F-49B4-AB2B-30EC2F47FF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60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2BBD7-C33E-7801-B917-E026607E3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649A6E-08CA-280B-8DDE-500ECA227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7B63B1-AD92-58FC-8BAC-A0D611BA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08DE1-DAD5-3260-2B08-878C4BC1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1D482C-CC9E-6537-A5C5-AB45667B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22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73DAB-5F5B-2F00-3F4B-B992DC3C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927529-E2DF-751B-7E04-7E2ABCCD1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C8F9D3-5369-7726-5C96-FF9BB5D7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0FA87B-5E13-A860-D69B-F78AD94B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A96539-FBA6-E79C-4116-43D9AD39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69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9607A-6704-DA45-810C-0168006D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20659E-AADD-237A-C757-6AFBF5037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BD34BA-E43E-AF6B-3EC7-BBE35D34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88F758-9EC3-F70C-CCB6-A76624B9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A2367-B199-7061-95B2-EEAE94FF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42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BACFC-A960-40D6-2C32-510A1163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538455-2E76-762C-F57B-0D36BB964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277A7A-3F7C-7EA9-C55D-41212E67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907328-A5A5-0A3F-DFD4-5C25A548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79F068-64A3-C365-816F-EFEA10AB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388C83-3617-3B20-7AD5-A4D75804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5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9B482-FB6D-DADC-DEB3-50B74878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099441-80EF-7B68-77CB-175782E4A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4E6D5F-C890-0DE2-39CB-2227CEDD0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91CE50-714C-55F3-221C-84BE70B12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2F7329-DE53-1EF9-1F13-AC0B57722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0E0303-EE9C-114A-8DD5-89701324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65315B-B1E3-FAF5-A02C-47BC0CB8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8B889DE-1E85-9E68-FC1B-39610177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1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92BF8-FB91-9AC2-01B4-89BA8C9D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F679DC-C1F6-6A95-0B6A-A5B50B64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EB5740-DCEA-3323-B5B4-48727378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78C2F0-4586-BD65-2FEB-2A29C30A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97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500C57-B4EA-5426-127D-615A636C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99BA49-1FA4-64AD-33F6-CBACFB6E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B496B5-EE34-9A83-80CF-116DF6B5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37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431A2-DD5E-954A-32A5-D2427378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14AFD3-2D7F-A869-73B0-A247F87F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641325-931C-D498-C7A1-4AF26283D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D893C7-7353-868F-1C1D-A200D185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7A3401-B782-2891-21BF-95D6E9CF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8A3BD4-8D40-5066-F00B-65F50E92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05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29057-617D-4F86-CB54-7A7BB26F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B9467A-D43E-4A95-AEFA-B48D6741B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17A899-4EBB-8A96-C544-C0E3C7B2C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4F1C9D-0958-BB4A-BB3F-E3EAE1B5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E32A1D-AE7D-07B3-338D-855FD5AB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151CDA-ACE8-120D-76AF-B6091B47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68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585CB-0C5E-EF9F-F12A-CB3F10FE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1357B6-D684-A8F0-6C74-978A2AA95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951A6-F14E-D6C1-DBB6-D3C4639D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F12992-BE32-532D-22B4-43B702C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428191-E41A-26F6-F35C-2B2A0909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95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2865CC-CBB0-F669-CDEF-A447C6A59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29AFF9-8472-55A6-3625-F83DDCC20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DEEC2C-A957-39DE-3217-453045C2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8D1E8E-9A25-B73A-30B5-27F2BE88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5DE6FA-B8BC-52B8-8B26-A2D07D47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41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C19840-EF93-B69F-1B3B-1E5835E7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7401A6-385D-E48E-D0BF-D8F061A05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93B9BD-D779-8F01-67E0-D5EEFC358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372B-B271-4336-8D72-2342BBB613F6}" type="datetimeFigureOut">
              <a:rPr kumimoji="1" lang="ja-JP" altLang="en-US" smtClean="0"/>
              <a:t>2023/7/13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9AA2E6-C33B-1D21-E262-E7562A235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D4FE7-8B18-AD7F-8BF7-580127AA1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EFFA7-D9FE-4149-B5E6-EDB3B79386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15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F2188D-1FEB-7776-36F6-C6727ACB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/>
          <a:lstStyle/>
          <a:p>
            <a:r>
              <a:rPr kumimoji="1" lang="ja-JP" altLang="en-US" dirty="0"/>
              <a:t>画像について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ディスプレイに関しては全て同じ大きさで画像を作成</a:t>
            </a:r>
            <a:endParaRPr kumimoji="1" lang="en-US" altLang="ja-JP" dirty="0"/>
          </a:p>
          <a:p>
            <a:pPr marL="914400" lvl="2" indent="0">
              <a:buNone/>
            </a:pPr>
            <a:r>
              <a:rPr lang="ja-JP" altLang="en-US" dirty="0"/>
              <a:t>→全て同じ座標で重ねて大丈夫なはず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1"/>
            <a:r>
              <a:rPr lang="ja-JP" altLang="en-US" dirty="0"/>
              <a:t>ボタンは透過、透過なしで作成</a:t>
            </a:r>
            <a:endParaRPr lang="en-US" altLang="ja-JP" dirty="0"/>
          </a:p>
          <a:p>
            <a:pPr marL="914400" lvl="2" indent="0">
              <a:buNone/>
            </a:pPr>
            <a:r>
              <a:rPr lang="ja-JP" altLang="en-US" dirty="0"/>
              <a:t>→システム側（ライトなど？）で点灯、消灯処理する場合は透過素材</a:t>
            </a:r>
            <a:endParaRPr lang="en-US" altLang="ja-JP" dirty="0"/>
          </a:p>
          <a:p>
            <a:pPr marL="914400" lvl="2" indent="0">
              <a:buNone/>
            </a:pPr>
            <a:r>
              <a:rPr lang="ja-JP" altLang="en-US" dirty="0"/>
              <a:t>→黄色くなるだけでいいなら透過なし通常・点灯を使ってください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r>
              <a:rPr kumimoji="1" lang="ja-JP" altLang="en-US" dirty="0"/>
              <a:t>以下のスライドについて</a:t>
            </a:r>
            <a:endParaRPr kumimoji="1" lang="en-US" altLang="ja-JP" dirty="0"/>
          </a:p>
          <a:p>
            <a:pPr lvl="1"/>
            <a:r>
              <a:rPr lang="ja-JP" altLang="en-US" dirty="0"/>
              <a:t>自分が画像作成の際に作った遺物です</a:t>
            </a:r>
            <a:endParaRPr lang="en-US" altLang="ja-JP" dirty="0"/>
          </a:p>
          <a:p>
            <a:pPr lvl="1"/>
            <a:r>
              <a:rPr lang="ja-JP" altLang="en-US" dirty="0"/>
              <a:t>完成形の確認に使ってください</a:t>
            </a:r>
            <a:endParaRPr kumimoji="1"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7197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EECCD25-9D52-10A4-4314-15B9E7B00B56}"/>
              </a:ext>
            </a:extLst>
          </p:cNvPr>
          <p:cNvSpPr/>
          <p:nvPr/>
        </p:nvSpPr>
        <p:spPr>
          <a:xfrm>
            <a:off x="1063510" y="1550126"/>
            <a:ext cx="1811384" cy="3605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6ED11B12-B57F-0BDB-F895-AEBD55AC89E1}"/>
              </a:ext>
            </a:extLst>
          </p:cNvPr>
          <p:cNvGrpSpPr/>
          <p:nvPr/>
        </p:nvGrpSpPr>
        <p:grpSpPr>
          <a:xfrm>
            <a:off x="4015716" y="894202"/>
            <a:ext cx="1811383" cy="1811383"/>
            <a:chOff x="4537166" y="766354"/>
            <a:chExt cx="1811383" cy="1811383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CE4156E-AF74-6D91-EA4A-F7E99ACF87B5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7B1936C-8673-A95D-6449-9C373AB004AB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１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904931A-1725-B2DC-5893-383CCF66B4C3}"/>
              </a:ext>
            </a:extLst>
          </p:cNvPr>
          <p:cNvGrpSpPr/>
          <p:nvPr/>
        </p:nvGrpSpPr>
        <p:grpSpPr>
          <a:xfrm>
            <a:off x="6491178" y="894201"/>
            <a:ext cx="1811383" cy="1811383"/>
            <a:chOff x="4537166" y="766354"/>
            <a:chExt cx="1811383" cy="1811383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39603FF-A17E-48E5-5534-F7E612793D8E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EF3B775-D8CF-9A8C-5750-6B769E7516FC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２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F1804AA-C5C0-41C3-D4D9-A835C7BE0BAD}"/>
              </a:ext>
            </a:extLst>
          </p:cNvPr>
          <p:cNvGrpSpPr/>
          <p:nvPr/>
        </p:nvGrpSpPr>
        <p:grpSpPr>
          <a:xfrm>
            <a:off x="9022082" y="894201"/>
            <a:ext cx="1811383" cy="1811383"/>
            <a:chOff x="4537166" y="766354"/>
            <a:chExt cx="1811383" cy="1811383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A8650C8-DA5B-F9D2-2626-716E0F154CEB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6422E5A-0B3B-2D26-EC0B-6D3ACEF8F857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３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2D00653-303F-A269-E0AC-770ED73B2C6E}"/>
              </a:ext>
            </a:extLst>
          </p:cNvPr>
          <p:cNvGrpSpPr/>
          <p:nvPr/>
        </p:nvGrpSpPr>
        <p:grpSpPr>
          <a:xfrm>
            <a:off x="4015716" y="3429000"/>
            <a:ext cx="1811383" cy="1811383"/>
            <a:chOff x="4537166" y="766354"/>
            <a:chExt cx="1811383" cy="181138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BE86965-C75E-730D-C381-B0739D188B73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86D708-08F3-CC30-7844-E495E5DCBDE8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４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AC880B1-5D3E-A6E2-6464-C086724BB7EA}"/>
              </a:ext>
            </a:extLst>
          </p:cNvPr>
          <p:cNvGrpSpPr/>
          <p:nvPr/>
        </p:nvGrpSpPr>
        <p:grpSpPr>
          <a:xfrm>
            <a:off x="6491176" y="3428999"/>
            <a:ext cx="1811383" cy="1811383"/>
            <a:chOff x="4537166" y="766354"/>
            <a:chExt cx="1811383" cy="1811383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1594A48-80DC-67E8-DC16-D3D53B1295A9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E679095-A8DD-2BAB-77CE-92A572F42422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５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50791C2-78C3-289E-A98E-8D986B405077}"/>
              </a:ext>
            </a:extLst>
          </p:cNvPr>
          <p:cNvGrpSpPr/>
          <p:nvPr/>
        </p:nvGrpSpPr>
        <p:grpSpPr>
          <a:xfrm>
            <a:off x="1063510" y="2705584"/>
            <a:ext cx="1811383" cy="1811383"/>
            <a:chOff x="4537166" y="766354"/>
            <a:chExt cx="1811383" cy="181138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2F623AA-5DB4-A679-A0FE-59684B9B0681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F17FE3C-5AFA-FF9A-25CF-4FC5DE504F2F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１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080EDB-97BB-26E6-8670-EE18158AB006}"/>
              </a:ext>
            </a:extLst>
          </p:cNvPr>
          <p:cNvSpPr txBox="1"/>
          <p:nvPr/>
        </p:nvSpPr>
        <p:spPr>
          <a:xfrm>
            <a:off x="1272514" y="1135924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916EDC-E2C8-F8C7-092C-BEC419164EE3}"/>
              </a:ext>
            </a:extLst>
          </p:cNvPr>
          <p:cNvSpPr txBox="1"/>
          <p:nvPr/>
        </p:nvSpPr>
        <p:spPr>
          <a:xfrm>
            <a:off x="366824" y="188863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外側表示ー階表示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858AAD-2895-58FF-B7EB-D59344FFBA6B}"/>
              </a:ext>
            </a:extLst>
          </p:cNvPr>
          <p:cNvSpPr/>
          <p:nvPr/>
        </p:nvSpPr>
        <p:spPr>
          <a:xfrm>
            <a:off x="1063509" y="1585886"/>
            <a:ext cx="1811383" cy="14058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5B263E63-FC71-08C5-F5EF-E1C1D22D03A5}"/>
              </a:ext>
            </a:extLst>
          </p:cNvPr>
          <p:cNvSpPr/>
          <p:nvPr/>
        </p:nvSpPr>
        <p:spPr>
          <a:xfrm>
            <a:off x="1509575" y="1892602"/>
            <a:ext cx="919249" cy="7924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6E854BB-1C5D-BF60-59E3-A5D2E963FB7F}"/>
              </a:ext>
            </a:extLst>
          </p:cNvPr>
          <p:cNvSpPr/>
          <p:nvPr/>
        </p:nvSpPr>
        <p:spPr>
          <a:xfrm>
            <a:off x="1063511" y="4339009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85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E4156E-AF74-6D91-EA4A-F7E99ACF87B5}"/>
              </a:ext>
            </a:extLst>
          </p:cNvPr>
          <p:cNvSpPr/>
          <p:nvPr/>
        </p:nvSpPr>
        <p:spPr>
          <a:xfrm>
            <a:off x="3889440" y="1094018"/>
            <a:ext cx="1811383" cy="14058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86D708-08F3-CC30-7844-E495E5DCBDE8}"/>
              </a:ext>
            </a:extLst>
          </p:cNvPr>
          <p:cNvSpPr txBox="1"/>
          <p:nvPr/>
        </p:nvSpPr>
        <p:spPr>
          <a:xfrm>
            <a:off x="4141989" y="3670723"/>
            <a:ext cx="1558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600" b="1" dirty="0">
                <a:solidFill>
                  <a:schemeClr val="bg1"/>
                </a:solidFill>
              </a:rPr>
              <a:t>４</a:t>
            </a:r>
            <a:endParaRPr kumimoji="1" lang="ja-JP" altLang="en-US" sz="9600" b="1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080EDB-97BB-26E6-8670-EE18158AB006}"/>
              </a:ext>
            </a:extLst>
          </p:cNvPr>
          <p:cNvSpPr txBox="1"/>
          <p:nvPr/>
        </p:nvSpPr>
        <p:spPr>
          <a:xfrm>
            <a:off x="1272514" y="1135924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916EDC-E2C8-F8C7-092C-BEC419164EE3}"/>
              </a:ext>
            </a:extLst>
          </p:cNvPr>
          <p:cNvSpPr txBox="1"/>
          <p:nvPr/>
        </p:nvSpPr>
        <p:spPr>
          <a:xfrm>
            <a:off x="366824" y="188863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外側表示ー矢印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9595840-09AD-C823-C7A6-FDEC460EC5F8}"/>
              </a:ext>
            </a:extLst>
          </p:cNvPr>
          <p:cNvSpPr/>
          <p:nvPr/>
        </p:nvSpPr>
        <p:spPr>
          <a:xfrm>
            <a:off x="6340903" y="1094017"/>
            <a:ext cx="1811383" cy="14058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F4CF13FC-4D30-51A9-C126-98670B6DBED2}"/>
              </a:ext>
            </a:extLst>
          </p:cNvPr>
          <p:cNvSpPr/>
          <p:nvPr/>
        </p:nvSpPr>
        <p:spPr>
          <a:xfrm>
            <a:off x="4335506" y="1400734"/>
            <a:ext cx="919249" cy="7924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0D7EF73-9013-87D4-FE00-341481E1A0B9}"/>
              </a:ext>
            </a:extLst>
          </p:cNvPr>
          <p:cNvSpPr/>
          <p:nvPr/>
        </p:nvSpPr>
        <p:spPr>
          <a:xfrm rot="10800000">
            <a:off x="6786969" y="1400734"/>
            <a:ext cx="919249" cy="7924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34934C6-15A3-F299-1E1F-285D4ACFB1B5}"/>
              </a:ext>
            </a:extLst>
          </p:cNvPr>
          <p:cNvGrpSpPr/>
          <p:nvPr/>
        </p:nvGrpSpPr>
        <p:grpSpPr>
          <a:xfrm>
            <a:off x="1063510" y="1550126"/>
            <a:ext cx="1811384" cy="3605347"/>
            <a:chOff x="1063510" y="1550126"/>
            <a:chExt cx="1811384" cy="3605347"/>
          </a:xfrm>
          <a:solidFill>
            <a:schemeClr val="tx1"/>
          </a:solidFill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EECCD25-9D52-10A4-4314-15B9E7B00B56}"/>
                </a:ext>
              </a:extLst>
            </p:cNvPr>
            <p:cNvSpPr/>
            <p:nvPr/>
          </p:nvSpPr>
          <p:spPr>
            <a:xfrm>
              <a:off x="1063510" y="1550126"/>
              <a:ext cx="1811384" cy="360534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8">
              <a:extLst>
                <a:ext uri="{FF2B5EF4-FFF2-40B4-BE49-F238E27FC236}">
                  <a16:creationId xmlns:a16="http://schemas.microsoft.com/office/drawing/2014/main" id="{526705D3-09EF-3769-B049-367849981393}"/>
                </a:ext>
              </a:extLst>
            </p:cNvPr>
            <p:cNvSpPr/>
            <p:nvPr/>
          </p:nvSpPr>
          <p:spPr>
            <a:xfrm rot="10800000">
              <a:off x="1509575" y="1892602"/>
              <a:ext cx="919249" cy="79245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44960CE-29B7-AF03-2570-977E9A9343F8}"/>
              </a:ext>
            </a:extLst>
          </p:cNvPr>
          <p:cNvSpPr/>
          <p:nvPr/>
        </p:nvSpPr>
        <p:spPr>
          <a:xfrm>
            <a:off x="8792366" y="1094016"/>
            <a:ext cx="1811383" cy="14058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41B271C-1A38-A6E9-4B43-ABC404B8E7AA}"/>
              </a:ext>
            </a:extLst>
          </p:cNvPr>
          <p:cNvGrpSpPr/>
          <p:nvPr/>
        </p:nvGrpSpPr>
        <p:grpSpPr>
          <a:xfrm>
            <a:off x="1063510" y="2705584"/>
            <a:ext cx="1811383" cy="1811383"/>
            <a:chOff x="4537166" y="766354"/>
            <a:chExt cx="1811383" cy="1811383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35F9D5BC-2871-63B4-168E-0D444FA126C9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A8B07FA1-AE65-F2ED-4634-7EB5AC50882D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１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234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EECCD25-9D52-10A4-4314-15B9E7B00B56}"/>
              </a:ext>
            </a:extLst>
          </p:cNvPr>
          <p:cNvSpPr/>
          <p:nvPr/>
        </p:nvSpPr>
        <p:spPr>
          <a:xfrm>
            <a:off x="1063510" y="1550126"/>
            <a:ext cx="1811384" cy="3605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E4156E-AF74-6D91-EA4A-F7E99ACF87B5}"/>
              </a:ext>
            </a:extLst>
          </p:cNvPr>
          <p:cNvSpPr/>
          <p:nvPr/>
        </p:nvSpPr>
        <p:spPr>
          <a:xfrm>
            <a:off x="3806709" y="1186594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86D708-08F3-CC30-7844-E495E5DCBDE8}"/>
              </a:ext>
            </a:extLst>
          </p:cNvPr>
          <p:cNvSpPr txBox="1"/>
          <p:nvPr/>
        </p:nvSpPr>
        <p:spPr>
          <a:xfrm>
            <a:off x="4141989" y="3670723"/>
            <a:ext cx="1558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600" b="1" dirty="0">
                <a:solidFill>
                  <a:schemeClr val="bg1"/>
                </a:solidFill>
              </a:rPr>
              <a:t>４</a:t>
            </a:r>
            <a:endParaRPr kumimoji="1" lang="ja-JP" altLang="en-US" sz="9600" b="1" dirty="0">
              <a:solidFill>
                <a:schemeClr val="bg1"/>
              </a:solidFill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50791C2-78C3-289E-A98E-8D986B405077}"/>
              </a:ext>
            </a:extLst>
          </p:cNvPr>
          <p:cNvGrpSpPr/>
          <p:nvPr/>
        </p:nvGrpSpPr>
        <p:grpSpPr>
          <a:xfrm>
            <a:off x="1063510" y="2705584"/>
            <a:ext cx="1811383" cy="1811383"/>
            <a:chOff x="4537166" y="766354"/>
            <a:chExt cx="1811383" cy="181138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2F623AA-5DB4-A679-A0FE-59684B9B0681}"/>
                </a:ext>
              </a:extLst>
            </p:cNvPr>
            <p:cNvSpPr/>
            <p:nvPr/>
          </p:nvSpPr>
          <p:spPr>
            <a:xfrm>
              <a:off x="4537166" y="766354"/>
              <a:ext cx="1811383" cy="1811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F17FE3C-5AFA-FF9A-25CF-4FC5DE504F2F}"/>
                </a:ext>
              </a:extLst>
            </p:cNvPr>
            <p:cNvSpPr txBox="1"/>
            <p:nvPr/>
          </p:nvSpPr>
          <p:spPr>
            <a:xfrm>
              <a:off x="4663439" y="1008077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>
                  <a:solidFill>
                    <a:schemeClr val="bg1"/>
                  </a:solidFill>
                </a:rPr>
                <a:t>１</a:t>
              </a:r>
              <a:endParaRPr kumimoji="1" lang="ja-JP" altLang="en-US" sz="9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080EDB-97BB-26E6-8670-EE18158AB006}"/>
              </a:ext>
            </a:extLst>
          </p:cNvPr>
          <p:cNvSpPr txBox="1"/>
          <p:nvPr/>
        </p:nvSpPr>
        <p:spPr>
          <a:xfrm>
            <a:off x="1272514" y="1135924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916EDC-E2C8-F8C7-092C-BEC419164EE3}"/>
              </a:ext>
            </a:extLst>
          </p:cNvPr>
          <p:cNvSpPr txBox="1"/>
          <p:nvPr/>
        </p:nvSpPr>
        <p:spPr>
          <a:xfrm>
            <a:off x="366824" y="188863"/>
            <a:ext cx="265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外側表示ー</a:t>
            </a:r>
            <a:r>
              <a:rPr lang="ja-JP" altLang="en-US" dirty="0"/>
              <a:t>災害時表示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C8F2F5-3B20-313F-E030-FA916AE53966}"/>
              </a:ext>
            </a:extLst>
          </p:cNvPr>
          <p:cNvSpPr/>
          <p:nvPr/>
        </p:nvSpPr>
        <p:spPr>
          <a:xfrm>
            <a:off x="1063507" y="1585886"/>
            <a:ext cx="1811383" cy="14058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526705D3-09EF-3769-B049-367849981393}"/>
              </a:ext>
            </a:extLst>
          </p:cNvPr>
          <p:cNvSpPr/>
          <p:nvPr/>
        </p:nvSpPr>
        <p:spPr>
          <a:xfrm>
            <a:off x="1509575" y="1892602"/>
            <a:ext cx="919249" cy="7924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6CDAEE-0141-22E0-1F33-20B16250992C}"/>
              </a:ext>
            </a:extLst>
          </p:cNvPr>
          <p:cNvSpPr/>
          <p:nvPr/>
        </p:nvSpPr>
        <p:spPr>
          <a:xfrm>
            <a:off x="6357752" y="1186594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383D1E-A081-93FE-2798-B4203CFDADC6}"/>
              </a:ext>
            </a:extLst>
          </p:cNvPr>
          <p:cNvSpPr/>
          <p:nvPr/>
        </p:nvSpPr>
        <p:spPr>
          <a:xfrm>
            <a:off x="8871042" y="1186594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CF0A67D-3C38-4A13-5E15-F3F2D8F4132E}"/>
              </a:ext>
            </a:extLst>
          </p:cNvPr>
          <p:cNvSpPr/>
          <p:nvPr/>
        </p:nvSpPr>
        <p:spPr>
          <a:xfrm>
            <a:off x="3806708" y="2787985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BA2FB0-72D4-E286-2CCB-007C7D7708E2}"/>
              </a:ext>
            </a:extLst>
          </p:cNvPr>
          <p:cNvSpPr txBox="1"/>
          <p:nvPr/>
        </p:nvSpPr>
        <p:spPr>
          <a:xfrm>
            <a:off x="3806707" y="1231943"/>
            <a:ext cx="18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3737"/>
                </a:solidFill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地　震</a:t>
            </a:r>
            <a:endParaRPr kumimoji="1" lang="ja-JP" altLang="en-US" sz="4000" dirty="0">
              <a:solidFill>
                <a:srgbClr val="FF3737"/>
              </a:solidFill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A9F1C0-4FEE-B17F-5E9E-3EBF76CAFD94}"/>
              </a:ext>
            </a:extLst>
          </p:cNvPr>
          <p:cNvSpPr txBox="1"/>
          <p:nvPr/>
        </p:nvSpPr>
        <p:spPr>
          <a:xfrm>
            <a:off x="6357752" y="1196183"/>
            <a:ext cx="18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3737"/>
                </a:solidFill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火　災</a:t>
            </a:r>
            <a:endParaRPr kumimoji="1" lang="ja-JP" altLang="en-US" sz="4000" dirty="0">
              <a:solidFill>
                <a:srgbClr val="FF3737"/>
              </a:solidFill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6D6D57-F869-6BDC-BEEF-11296F56A90D}"/>
              </a:ext>
            </a:extLst>
          </p:cNvPr>
          <p:cNvSpPr txBox="1"/>
          <p:nvPr/>
        </p:nvSpPr>
        <p:spPr>
          <a:xfrm>
            <a:off x="8871041" y="1231943"/>
            <a:ext cx="18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>
                <a:solidFill>
                  <a:srgbClr val="FF3737"/>
                </a:solidFill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停　電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430856-1312-2600-1A57-14247ACCB119}"/>
              </a:ext>
            </a:extLst>
          </p:cNvPr>
          <p:cNvSpPr txBox="1"/>
          <p:nvPr/>
        </p:nvSpPr>
        <p:spPr>
          <a:xfrm>
            <a:off x="3806707" y="2833334"/>
            <a:ext cx="18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3737"/>
                </a:solidFill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冠　水</a:t>
            </a:r>
            <a:endParaRPr kumimoji="1" lang="ja-JP" altLang="en-US" sz="4000" dirty="0">
              <a:solidFill>
                <a:srgbClr val="FF3737"/>
              </a:solidFill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0E370BC-0D18-0F25-FA70-345D0BA78424}"/>
              </a:ext>
            </a:extLst>
          </p:cNvPr>
          <p:cNvSpPr/>
          <p:nvPr/>
        </p:nvSpPr>
        <p:spPr>
          <a:xfrm>
            <a:off x="1063511" y="4339009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552C437-550D-0676-FD98-1ABC2C54AB3E}"/>
              </a:ext>
            </a:extLst>
          </p:cNvPr>
          <p:cNvSpPr txBox="1"/>
          <p:nvPr/>
        </p:nvSpPr>
        <p:spPr>
          <a:xfrm>
            <a:off x="1063509" y="4384358"/>
            <a:ext cx="18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3737"/>
                </a:solidFill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地　震</a:t>
            </a:r>
            <a:endParaRPr kumimoji="1" lang="ja-JP" altLang="en-US" sz="4000" dirty="0">
              <a:solidFill>
                <a:srgbClr val="FF3737"/>
              </a:solidFill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BD0124F-9E27-FEBB-723C-910616FCB791}"/>
              </a:ext>
            </a:extLst>
          </p:cNvPr>
          <p:cNvSpPr/>
          <p:nvPr/>
        </p:nvSpPr>
        <p:spPr>
          <a:xfrm>
            <a:off x="6357752" y="2787985"/>
            <a:ext cx="1811383" cy="7985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951338F-5B15-6FD8-4A39-5BF401830753}"/>
              </a:ext>
            </a:extLst>
          </p:cNvPr>
          <p:cNvSpPr/>
          <p:nvPr/>
        </p:nvSpPr>
        <p:spPr>
          <a:xfrm>
            <a:off x="8871040" y="2830135"/>
            <a:ext cx="1811384" cy="3605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05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256F26-5B93-1B9D-E4D0-99515FF968AD}"/>
              </a:ext>
            </a:extLst>
          </p:cNvPr>
          <p:cNvSpPr txBox="1"/>
          <p:nvPr/>
        </p:nvSpPr>
        <p:spPr>
          <a:xfrm>
            <a:off x="366824" y="188863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外側ボタン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F6E22A1-B0AD-69EA-BC7E-8C2645336243}"/>
              </a:ext>
            </a:extLst>
          </p:cNvPr>
          <p:cNvSpPr/>
          <p:nvPr/>
        </p:nvSpPr>
        <p:spPr>
          <a:xfrm>
            <a:off x="1791241" y="1113183"/>
            <a:ext cx="1749287" cy="174928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EC07D463-F1D9-C03D-0809-42184071F07B}"/>
              </a:ext>
            </a:extLst>
          </p:cNvPr>
          <p:cNvSpPr/>
          <p:nvPr/>
        </p:nvSpPr>
        <p:spPr>
          <a:xfrm>
            <a:off x="2206259" y="1591598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0C8D217-DC80-01CA-C057-DD22A5CB580B}"/>
              </a:ext>
            </a:extLst>
          </p:cNvPr>
          <p:cNvSpPr/>
          <p:nvPr/>
        </p:nvSpPr>
        <p:spPr>
          <a:xfrm>
            <a:off x="4156754" y="1113183"/>
            <a:ext cx="1749287" cy="174928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05159D3C-C7CD-99A2-49C2-7F3C23F56803}"/>
              </a:ext>
            </a:extLst>
          </p:cNvPr>
          <p:cNvSpPr/>
          <p:nvPr/>
        </p:nvSpPr>
        <p:spPr>
          <a:xfrm rot="10800000">
            <a:off x="4571772" y="1591598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AB6C58-2F82-A311-1C23-89AEBE9955B4}"/>
              </a:ext>
            </a:extLst>
          </p:cNvPr>
          <p:cNvSpPr txBox="1"/>
          <p:nvPr/>
        </p:nvSpPr>
        <p:spPr>
          <a:xfrm>
            <a:off x="1241467" y="612737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透過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2A3B86-E1BE-629C-EA48-3EBCCDB3F122}"/>
              </a:ext>
            </a:extLst>
          </p:cNvPr>
          <p:cNvSpPr/>
          <p:nvPr/>
        </p:nvSpPr>
        <p:spPr>
          <a:xfrm>
            <a:off x="7058980" y="1113183"/>
            <a:ext cx="1749287" cy="174928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82246C9A-DD57-EC88-D6AC-0CC134167561}"/>
              </a:ext>
            </a:extLst>
          </p:cNvPr>
          <p:cNvSpPr/>
          <p:nvPr/>
        </p:nvSpPr>
        <p:spPr>
          <a:xfrm>
            <a:off x="7473998" y="1591598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39E925D-F124-9C76-7BEA-64155AEF012C}"/>
              </a:ext>
            </a:extLst>
          </p:cNvPr>
          <p:cNvSpPr/>
          <p:nvPr/>
        </p:nvSpPr>
        <p:spPr>
          <a:xfrm>
            <a:off x="9424493" y="1113183"/>
            <a:ext cx="1749287" cy="174928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487E5BA4-DB00-0556-3F54-86531AB4FD39}"/>
              </a:ext>
            </a:extLst>
          </p:cNvPr>
          <p:cNvSpPr/>
          <p:nvPr/>
        </p:nvSpPr>
        <p:spPr>
          <a:xfrm rot="10800000">
            <a:off x="9839511" y="1591598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7609AFA-1BA2-53BB-1C11-D48414456E4C}"/>
              </a:ext>
            </a:extLst>
          </p:cNvPr>
          <p:cNvSpPr txBox="1"/>
          <p:nvPr/>
        </p:nvSpPr>
        <p:spPr>
          <a:xfrm>
            <a:off x="6094186" y="689310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透過なし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375F3CD-D91F-2113-13BB-3D244332823F}"/>
              </a:ext>
            </a:extLst>
          </p:cNvPr>
          <p:cNvSpPr/>
          <p:nvPr/>
        </p:nvSpPr>
        <p:spPr>
          <a:xfrm>
            <a:off x="1791241" y="4220818"/>
            <a:ext cx="1749287" cy="1749287"/>
          </a:xfrm>
          <a:prstGeom prst="roundRect">
            <a:avLst/>
          </a:prstGeom>
          <a:solidFill>
            <a:schemeClr val="accent4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B88E25BE-DB9D-48E2-6A9F-0C3A20C12233}"/>
              </a:ext>
            </a:extLst>
          </p:cNvPr>
          <p:cNvSpPr/>
          <p:nvPr/>
        </p:nvSpPr>
        <p:spPr>
          <a:xfrm>
            <a:off x="2206259" y="4699233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49F78FB-3320-C99F-D6F0-501B7FF6716C}"/>
              </a:ext>
            </a:extLst>
          </p:cNvPr>
          <p:cNvSpPr/>
          <p:nvPr/>
        </p:nvSpPr>
        <p:spPr>
          <a:xfrm>
            <a:off x="4156754" y="4220818"/>
            <a:ext cx="1749287" cy="1749287"/>
          </a:xfrm>
          <a:prstGeom prst="roundRect">
            <a:avLst/>
          </a:prstGeom>
          <a:solidFill>
            <a:schemeClr val="accent4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9F075659-FADF-80A9-7334-9BCD279622B1}"/>
              </a:ext>
            </a:extLst>
          </p:cNvPr>
          <p:cNvSpPr/>
          <p:nvPr/>
        </p:nvSpPr>
        <p:spPr>
          <a:xfrm rot="10800000">
            <a:off x="4571772" y="4699233"/>
            <a:ext cx="919249" cy="79245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38CD9AA-567A-D21A-9DDE-8D4DAE7A9D5B}"/>
              </a:ext>
            </a:extLst>
          </p:cNvPr>
          <p:cNvSpPr txBox="1"/>
          <p:nvPr/>
        </p:nvSpPr>
        <p:spPr>
          <a:xfrm>
            <a:off x="1056728" y="3742402"/>
            <a:ext cx="22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透過なし光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630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45D5393-4A15-0BAD-7D14-18E857DD8FD6}"/>
              </a:ext>
            </a:extLst>
          </p:cNvPr>
          <p:cNvSpPr/>
          <p:nvPr/>
        </p:nvSpPr>
        <p:spPr>
          <a:xfrm>
            <a:off x="838720" y="1455204"/>
            <a:ext cx="2987687" cy="477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42D05-4C03-7564-FB1D-6B33E79D1843}"/>
              </a:ext>
            </a:extLst>
          </p:cNvPr>
          <p:cNvSpPr txBox="1"/>
          <p:nvPr/>
        </p:nvSpPr>
        <p:spPr>
          <a:xfrm>
            <a:off x="366824" y="188863"/>
            <a:ext cx="265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</a:t>
            </a:r>
            <a:r>
              <a:rPr kumimoji="1" lang="ja-JP" altLang="en-US" dirty="0"/>
              <a:t>表示ー階表示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C284C2D-CAAA-A0CA-7378-49AFCB1465D0}"/>
              </a:ext>
            </a:extLst>
          </p:cNvPr>
          <p:cNvGrpSpPr/>
          <p:nvPr/>
        </p:nvGrpSpPr>
        <p:grpSpPr>
          <a:xfrm>
            <a:off x="7063410" y="800047"/>
            <a:ext cx="2122736" cy="3170099"/>
            <a:chOff x="6467060" y="1709531"/>
            <a:chExt cx="2122736" cy="317009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97A6103-2C10-0D43-CE23-C04E143BE19A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BCD07CE-3AF2-B79A-424C-B12823770500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２</a:t>
              </a: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BB1FDC6-7755-975E-3582-DC7F5C732DD5}"/>
              </a:ext>
            </a:extLst>
          </p:cNvPr>
          <p:cNvSpPr txBox="1"/>
          <p:nvPr/>
        </p:nvSpPr>
        <p:spPr>
          <a:xfrm>
            <a:off x="1496548" y="1087563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1AF6DAA-D1BF-F491-1087-BC7B3BB14040}"/>
              </a:ext>
            </a:extLst>
          </p:cNvPr>
          <p:cNvGrpSpPr/>
          <p:nvPr/>
        </p:nvGrpSpPr>
        <p:grpSpPr>
          <a:xfrm>
            <a:off x="1694160" y="2159503"/>
            <a:ext cx="2122736" cy="3170099"/>
            <a:chOff x="6467060" y="1709531"/>
            <a:chExt cx="2122736" cy="317009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DBE35FD-06BA-FC77-EB06-B31A37271D94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0141C63-8D9E-2B0E-2C2E-3C4BD48ABD2A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１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FA4E765-870B-37A8-55F7-08F8BFD21A80}"/>
              </a:ext>
            </a:extLst>
          </p:cNvPr>
          <p:cNvGrpSpPr/>
          <p:nvPr/>
        </p:nvGrpSpPr>
        <p:grpSpPr>
          <a:xfrm>
            <a:off x="4379844" y="800047"/>
            <a:ext cx="2122736" cy="3170099"/>
            <a:chOff x="6467060" y="1709531"/>
            <a:chExt cx="2122736" cy="3170099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42385FF-C3CF-0837-3538-86AE085314E4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70799EC-302E-250E-7BE7-C123E9A3D2E5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１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0274ECA-8052-1210-9B77-040B6E52741E}"/>
              </a:ext>
            </a:extLst>
          </p:cNvPr>
          <p:cNvGrpSpPr/>
          <p:nvPr/>
        </p:nvGrpSpPr>
        <p:grpSpPr>
          <a:xfrm>
            <a:off x="9746975" y="791403"/>
            <a:ext cx="2122736" cy="3170099"/>
            <a:chOff x="6467060" y="1709531"/>
            <a:chExt cx="2122736" cy="3170099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7EAD49A5-FA1B-70D8-0399-D995AF7A1F20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12FF7B1-BE42-31C4-B286-5829596852C2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３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199C18B-CEA5-3EFC-00CF-390A11F6A6FD}"/>
              </a:ext>
            </a:extLst>
          </p:cNvPr>
          <p:cNvGrpSpPr/>
          <p:nvPr/>
        </p:nvGrpSpPr>
        <p:grpSpPr>
          <a:xfrm>
            <a:off x="7063409" y="3879467"/>
            <a:ext cx="2122736" cy="3170099"/>
            <a:chOff x="6467060" y="1709531"/>
            <a:chExt cx="2122736" cy="3170099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861F7C1-6625-6FAA-1C1F-AFDD0DCF50BE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D9CD3E6-8850-53A5-C5C4-27223F22C141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５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CE72FD2-4120-B94B-943F-9C9C5CA57210}"/>
              </a:ext>
            </a:extLst>
          </p:cNvPr>
          <p:cNvGrpSpPr/>
          <p:nvPr/>
        </p:nvGrpSpPr>
        <p:grpSpPr>
          <a:xfrm>
            <a:off x="4423388" y="3881177"/>
            <a:ext cx="2122736" cy="3170099"/>
            <a:chOff x="6467060" y="1709531"/>
            <a:chExt cx="2122736" cy="3170099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6B4654FF-74B6-1DA3-CE00-C78A817FD5F1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1F75B84-2F6A-0FED-69AA-5A6AE102EA4A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４</a:t>
              </a:r>
            </a:p>
          </p:txBody>
        </p:sp>
      </p:grp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57F1DFB-5C38-9273-F7EA-8B39FE2F71E4}"/>
              </a:ext>
            </a:extLst>
          </p:cNvPr>
          <p:cNvSpPr/>
          <p:nvPr/>
        </p:nvSpPr>
        <p:spPr>
          <a:xfrm>
            <a:off x="1213689" y="2925341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24265C3A-265C-A5A4-D156-D4809DFB1D9C}"/>
              </a:ext>
            </a:extLst>
          </p:cNvPr>
          <p:cNvSpPr/>
          <p:nvPr/>
        </p:nvSpPr>
        <p:spPr>
          <a:xfrm>
            <a:off x="1257535" y="3755311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92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FFDA7B6-63FB-6DD6-5135-26C4EA5B960F}"/>
              </a:ext>
            </a:extLst>
          </p:cNvPr>
          <p:cNvGrpSpPr/>
          <p:nvPr/>
        </p:nvGrpSpPr>
        <p:grpSpPr>
          <a:xfrm>
            <a:off x="838720" y="1455204"/>
            <a:ext cx="2987687" cy="4775719"/>
            <a:chOff x="838720" y="1455204"/>
            <a:chExt cx="2987687" cy="4775719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0141C63-8D9E-2B0E-2C2E-3C4BD48ABD2A}"/>
                </a:ext>
              </a:extLst>
            </p:cNvPr>
            <p:cNvSpPr txBox="1"/>
            <p:nvPr/>
          </p:nvSpPr>
          <p:spPr>
            <a:xfrm>
              <a:off x="1882711" y="2159503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５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45D5393-4A15-0BAD-7D14-18E857DD8FD6}"/>
                </a:ext>
              </a:extLst>
            </p:cNvPr>
            <p:cNvSpPr/>
            <p:nvPr/>
          </p:nvSpPr>
          <p:spPr>
            <a:xfrm>
              <a:off x="838720" y="1455204"/>
              <a:ext cx="2987687" cy="47757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42D05-4C03-7564-FB1D-6B33E79D1843}"/>
              </a:ext>
            </a:extLst>
          </p:cNvPr>
          <p:cNvSpPr txBox="1"/>
          <p:nvPr/>
        </p:nvSpPr>
        <p:spPr>
          <a:xfrm>
            <a:off x="366824" y="188863"/>
            <a:ext cx="265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</a:t>
            </a:r>
            <a:r>
              <a:rPr kumimoji="1" lang="ja-JP" altLang="en-US" dirty="0"/>
              <a:t>表示ー階表示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C284C2D-CAAA-A0CA-7378-49AFCB1465D0}"/>
              </a:ext>
            </a:extLst>
          </p:cNvPr>
          <p:cNvGrpSpPr/>
          <p:nvPr/>
        </p:nvGrpSpPr>
        <p:grpSpPr>
          <a:xfrm>
            <a:off x="7063410" y="800047"/>
            <a:ext cx="2122736" cy="3170099"/>
            <a:chOff x="6467060" y="1709531"/>
            <a:chExt cx="2122736" cy="317009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97A6103-2C10-0D43-CE23-C04E143BE19A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BCD07CE-3AF2-B79A-424C-B12823770500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２</a:t>
              </a: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BB1FDC6-7755-975E-3582-DC7F5C732DD5}"/>
              </a:ext>
            </a:extLst>
          </p:cNvPr>
          <p:cNvSpPr txBox="1"/>
          <p:nvPr/>
        </p:nvSpPr>
        <p:spPr>
          <a:xfrm>
            <a:off x="1496548" y="1087563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FA4E765-870B-37A8-55F7-08F8BFD21A80}"/>
              </a:ext>
            </a:extLst>
          </p:cNvPr>
          <p:cNvGrpSpPr/>
          <p:nvPr/>
        </p:nvGrpSpPr>
        <p:grpSpPr>
          <a:xfrm>
            <a:off x="4379844" y="800047"/>
            <a:ext cx="2122736" cy="3170099"/>
            <a:chOff x="6467060" y="1709531"/>
            <a:chExt cx="2122736" cy="3170099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42385FF-C3CF-0837-3538-86AE085314E4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70799EC-302E-250E-7BE7-C123E9A3D2E5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１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0274ECA-8052-1210-9B77-040B6E52741E}"/>
              </a:ext>
            </a:extLst>
          </p:cNvPr>
          <p:cNvGrpSpPr/>
          <p:nvPr/>
        </p:nvGrpSpPr>
        <p:grpSpPr>
          <a:xfrm>
            <a:off x="9746975" y="791403"/>
            <a:ext cx="2122736" cy="3170099"/>
            <a:chOff x="6467060" y="1709531"/>
            <a:chExt cx="2122736" cy="3170099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7EAD49A5-FA1B-70D8-0399-D995AF7A1F20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12FF7B1-BE42-31C4-B286-5829596852C2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３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199C18B-CEA5-3EFC-00CF-390A11F6A6FD}"/>
              </a:ext>
            </a:extLst>
          </p:cNvPr>
          <p:cNvGrpSpPr/>
          <p:nvPr/>
        </p:nvGrpSpPr>
        <p:grpSpPr>
          <a:xfrm>
            <a:off x="7063409" y="3879467"/>
            <a:ext cx="2122736" cy="3170099"/>
            <a:chOff x="6467060" y="1709531"/>
            <a:chExt cx="2122736" cy="3170099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861F7C1-6625-6FAA-1C1F-AFDD0DCF50BE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D9CD3E6-8850-53A5-C5C4-27223F22C141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５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CE72FD2-4120-B94B-943F-9C9C5CA57210}"/>
              </a:ext>
            </a:extLst>
          </p:cNvPr>
          <p:cNvGrpSpPr/>
          <p:nvPr/>
        </p:nvGrpSpPr>
        <p:grpSpPr>
          <a:xfrm>
            <a:off x="4423388" y="3881177"/>
            <a:ext cx="2122736" cy="3170099"/>
            <a:chOff x="6467060" y="1709531"/>
            <a:chExt cx="2122736" cy="3170099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6B4654FF-74B6-1DA3-CE00-C78A817FD5F1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1F75B84-2F6A-0FED-69AA-5A6AE102EA4A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0" b="1" dirty="0">
                  <a:solidFill>
                    <a:schemeClr val="bg1"/>
                  </a:solidFill>
                  <a:latin typeface="+mn-ea"/>
                </a:rPr>
                <a:t>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055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4602A36-8B95-AF15-322E-27109ABF85FE}"/>
              </a:ext>
            </a:extLst>
          </p:cNvPr>
          <p:cNvSpPr/>
          <p:nvPr/>
        </p:nvSpPr>
        <p:spPr>
          <a:xfrm>
            <a:off x="7985491" y="916191"/>
            <a:ext cx="2987687" cy="477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EC10DC6-88F7-69EB-A425-8703E678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254" y="1036112"/>
            <a:ext cx="2999492" cy="478577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F3EA348-4C71-2936-44E8-4F31C855F1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52" t="317" r="30755" b="10071"/>
          <a:stretch/>
        </p:blipFill>
        <p:spPr>
          <a:xfrm>
            <a:off x="1109663" y="1036113"/>
            <a:ext cx="2999492" cy="478577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5FE95334-DA5E-744A-9392-A1BC03B9FB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662" t="378" r="30744" b="10011"/>
          <a:stretch/>
        </p:blipFill>
        <p:spPr>
          <a:xfrm>
            <a:off x="1109663" y="1036111"/>
            <a:ext cx="2999492" cy="478577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7F789CEB-6007-F47B-DC62-052261F5EC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625" r="30731" b="10116"/>
          <a:stretch/>
        </p:blipFill>
        <p:spPr>
          <a:xfrm>
            <a:off x="1109663" y="1021596"/>
            <a:ext cx="3002203" cy="480029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ABE3D86-FA7F-3FB9-E4CC-EA56959FEB5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625" r="30780" b="9845"/>
          <a:stretch/>
        </p:blipFill>
        <p:spPr>
          <a:xfrm>
            <a:off x="1109664" y="1021597"/>
            <a:ext cx="2999492" cy="481480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B45975B2-63A1-A994-2357-02C0923BD56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836" r="30569" b="9845"/>
          <a:stretch/>
        </p:blipFill>
        <p:spPr>
          <a:xfrm>
            <a:off x="1106955" y="1036111"/>
            <a:ext cx="2999492" cy="48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C59BD84-D81F-A100-5969-8AB8B1B030C1}"/>
              </a:ext>
            </a:extLst>
          </p:cNvPr>
          <p:cNvSpPr/>
          <p:nvPr/>
        </p:nvSpPr>
        <p:spPr>
          <a:xfrm>
            <a:off x="838720" y="1455204"/>
            <a:ext cx="2987687" cy="4775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42D05-4C03-7564-FB1D-6B33E79D1843}"/>
              </a:ext>
            </a:extLst>
          </p:cNvPr>
          <p:cNvSpPr txBox="1"/>
          <p:nvPr/>
        </p:nvSpPr>
        <p:spPr>
          <a:xfrm>
            <a:off x="366824" y="188863"/>
            <a:ext cx="265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</a:t>
            </a:r>
            <a:r>
              <a:rPr kumimoji="1" lang="ja-JP" altLang="en-US" dirty="0"/>
              <a:t>表示ー矢印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42385FF-C3CF-0837-3538-86AE085314E4}"/>
              </a:ext>
            </a:extLst>
          </p:cNvPr>
          <p:cNvSpPr/>
          <p:nvPr/>
        </p:nvSpPr>
        <p:spPr>
          <a:xfrm>
            <a:off x="4619418" y="800047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D992ED08-D1AC-2557-F3D6-4BAF45FCD514}"/>
              </a:ext>
            </a:extLst>
          </p:cNvPr>
          <p:cNvSpPr/>
          <p:nvPr/>
        </p:nvSpPr>
        <p:spPr>
          <a:xfrm>
            <a:off x="4663264" y="1630017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96DC5EE-8377-6D78-25DD-168E238C0A61}"/>
              </a:ext>
            </a:extLst>
          </p:cNvPr>
          <p:cNvSpPr txBox="1"/>
          <p:nvPr/>
        </p:nvSpPr>
        <p:spPr>
          <a:xfrm>
            <a:off x="1496548" y="1087563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FD04B31-51BE-6B78-1AAC-83EA8584F715}"/>
              </a:ext>
            </a:extLst>
          </p:cNvPr>
          <p:cNvSpPr/>
          <p:nvPr/>
        </p:nvSpPr>
        <p:spPr>
          <a:xfrm>
            <a:off x="8815445" y="800047"/>
            <a:ext cx="2987687" cy="477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45E575E-05DF-EF41-D557-FDDB3C867B13}"/>
              </a:ext>
            </a:extLst>
          </p:cNvPr>
          <p:cNvSpPr/>
          <p:nvPr/>
        </p:nvSpPr>
        <p:spPr>
          <a:xfrm>
            <a:off x="6459419" y="800047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二等辺三角形 36">
            <a:extLst>
              <a:ext uri="{FF2B5EF4-FFF2-40B4-BE49-F238E27FC236}">
                <a16:creationId xmlns:a16="http://schemas.microsoft.com/office/drawing/2014/main" id="{0DE50647-E0A8-D35C-7966-EE9109DEE375}"/>
              </a:ext>
            </a:extLst>
          </p:cNvPr>
          <p:cNvSpPr/>
          <p:nvPr/>
        </p:nvSpPr>
        <p:spPr>
          <a:xfrm rot="10800000">
            <a:off x="6503265" y="1630017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二等辺三角形 38">
            <a:extLst>
              <a:ext uri="{FF2B5EF4-FFF2-40B4-BE49-F238E27FC236}">
                <a16:creationId xmlns:a16="http://schemas.microsoft.com/office/drawing/2014/main" id="{C5D00415-565F-3DD2-2638-8709B7011F5D}"/>
              </a:ext>
            </a:extLst>
          </p:cNvPr>
          <p:cNvSpPr/>
          <p:nvPr/>
        </p:nvSpPr>
        <p:spPr>
          <a:xfrm>
            <a:off x="1257535" y="3755311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39AE717-8742-8214-0EAB-604FA0CDD955}"/>
              </a:ext>
            </a:extLst>
          </p:cNvPr>
          <p:cNvSpPr/>
          <p:nvPr/>
        </p:nvSpPr>
        <p:spPr>
          <a:xfrm>
            <a:off x="4619416" y="3149171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50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42D05-4C03-7564-FB1D-6B33E79D1843}"/>
              </a:ext>
            </a:extLst>
          </p:cNvPr>
          <p:cNvSpPr txBox="1"/>
          <p:nvPr/>
        </p:nvSpPr>
        <p:spPr>
          <a:xfrm>
            <a:off x="366824" y="188863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</a:t>
            </a:r>
            <a:r>
              <a:rPr kumimoji="1" lang="ja-JP" altLang="en-US" dirty="0"/>
              <a:t>表示ー火災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A845A5-166D-FA80-8218-42CB32E92526}"/>
              </a:ext>
            </a:extLst>
          </p:cNvPr>
          <p:cNvSpPr/>
          <p:nvPr/>
        </p:nvSpPr>
        <p:spPr>
          <a:xfrm>
            <a:off x="838720" y="1455204"/>
            <a:ext cx="2987687" cy="477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1AF6DAA-D1BF-F491-1087-BC7B3BB14040}"/>
              </a:ext>
            </a:extLst>
          </p:cNvPr>
          <p:cNvGrpSpPr/>
          <p:nvPr/>
        </p:nvGrpSpPr>
        <p:grpSpPr>
          <a:xfrm>
            <a:off x="1694160" y="2159503"/>
            <a:ext cx="2122736" cy="3170099"/>
            <a:chOff x="6467060" y="1709531"/>
            <a:chExt cx="2122736" cy="317009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DBE35FD-06BA-FC77-EB06-B31A37271D94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0141C63-8D9E-2B0E-2C2E-3C4BD48ABD2A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１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96DC5EE-8377-6D78-25DD-168E238C0A61}"/>
              </a:ext>
            </a:extLst>
          </p:cNvPr>
          <p:cNvSpPr txBox="1"/>
          <p:nvPr/>
        </p:nvSpPr>
        <p:spPr>
          <a:xfrm>
            <a:off x="1496548" y="1087563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599A0B3-364B-1109-24C0-A70B7FBC5AD3}"/>
              </a:ext>
            </a:extLst>
          </p:cNvPr>
          <p:cNvGrpSpPr/>
          <p:nvPr/>
        </p:nvGrpSpPr>
        <p:grpSpPr>
          <a:xfrm>
            <a:off x="838720" y="1455205"/>
            <a:ext cx="2978176" cy="966126"/>
            <a:chOff x="4829112" y="1291719"/>
            <a:chExt cx="2789624" cy="966126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E10FEC7-2390-E6D7-6804-17C7A2BD2030}"/>
                </a:ext>
              </a:extLst>
            </p:cNvPr>
            <p:cNvSpPr/>
            <p:nvPr/>
          </p:nvSpPr>
          <p:spPr>
            <a:xfrm>
              <a:off x="4829112" y="1291719"/>
              <a:ext cx="2789624" cy="9661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A73AC3E-9082-F7E2-4034-3A75DF75377C}"/>
                </a:ext>
              </a:extLst>
            </p:cNvPr>
            <p:cNvSpPr txBox="1"/>
            <p:nvPr/>
          </p:nvSpPr>
          <p:spPr>
            <a:xfrm>
              <a:off x="4829112" y="1543949"/>
              <a:ext cx="278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b="1" dirty="0">
                  <a:solidFill>
                    <a:srgbClr val="FF3737"/>
                  </a:solidFill>
                  <a:latin typeface="+mn-ea"/>
                </a:rPr>
                <a:t>火災管制運転中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2DBB4E1-1CCB-7B60-431F-BB8D6F798E07}"/>
              </a:ext>
            </a:extLst>
          </p:cNvPr>
          <p:cNvGrpSpPr/>
          <p:nvPr/>
        </p:nvGrpSpPr>
        <p:grpSpPr>
          <a:xfrm>
            <a:off x="4317416" y="1455205"/>
            <a:ext cx="2978176" cy="966126"/>
            <a:chOff x="4829112" y="1291719"/>
            <a:chExt cx="2789624" cy="966126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7730921-ADAF-1AC8-860E-5E93556B6E7F}"/>
                </a:ext>
              </a:extLst>
            </p:cNvPr>
            <p:cNvSpPr/>
            <p:nvPr/>
          </p:nvSpPr>
          <p:spPr>
            <a:xfrm>
              <a:off x="4829112" y="1291719"/>
              <a:ext cx="2789624" cy="9661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0B9500B-C943-5D80-E9D2-A436413208FA}"/>
                </a:ext>
              </a:extLst>
            </p:cNvPr>
            <p:cNvSpPr txBox="1"/>
            <p:nvPr/>
          </p:nvSpPr>
          <p:spPr>
            <a:xfrm>
              <a:off x="4829112" y="1543949"/>
              <a:ext cx="278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b="1" dirty="0">
                  <a:solidFill>
                    <a:srgbClr val="FF3737"/>
                  </a:solidFill>
                  <a:latin typeface="+mn-ea"/>
                </a:rPr>
                <a:t>火災管制運転中</a:t>
              </a:r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00577C7-AECC-8E8C-98C4-BD5E148D504F}"/>
              </a:ext>
            </a:extLst>
          </p:cNvPr>
          <p:cNvSpPr txBox="1"/>
          <p:nvPr/>
        </p:nvSpPr>
        <p:spPr>
          <a:xfrm>
            <a:off x="5124062" y="5903893"/>
            <a:ext cx="5257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>
                <a:solidFill>
                  <a:schemeClr val="bg1"/>
                </a:solidFill>
                <a:latin typeface="+mn-ea"/>
              </a:rPr>
              <a:t>到着しました</a:t>
            </a:r>
            <a:endParaRPr kumimoji="1" lang="en-US" altLang="ja-JP" sz="28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ja-JP" altLang="en-US" sz="2800" b="1" dirty="0">
                <a:solidFill>
                  <a:schemeClr val="bg1"/>
                </a:solidFill>
                <a:latin typeface="+mn-ea"/>
              </a:rPr>
              <a:t>エレベータから降りてください</a:t>
            </a:r>
            <a:endParaRPr kumimoji="1" lang="ja-JP" altLang="en-US" sz="2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A87B4E58-7DF1-8184-E4D1-2BFA03FD52C2}"/>
              </a:ext>
            </a:extLst>
          </p:cNvPr>
          <p:cNvGrpSpPr/>
          <p:nvPr/>
        </p:nvGrpSpPr>
        <p:grpSpPr>
          <a:xfrm>
            <a:off x="4317416" y="3613421"/>
            <a:ext cx="2987687" cy="1537144"/>
            <a:chOff x="4433799" y="3613422"/>
            <a:chExt cx="2987687" cy="1537144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938FE8C3-04AA-14DF-2DA0-DC7B01E4CBBF}"/>
                </a:ext>
              </a:extLst>
            </p:cNvPr>
            <p:cNvSpPr/>
            <p:nvPr/>
          </p:nvSpPr>
          <p:spPr>
            <a:xfrm>
              <a:off x="4443311" y="3613422"/>
              <a:ext cx="2978175" cy="15371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32917B5B-8BF2-5B92-423B-BF6D0C229E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73" t="-1644" r="4885" b="17286"/>
            <a:stretch/>
          </p:blipFill>
          <p:spPr>
            <a:xfrm>
              <a:off x="4433799" y="3804097"/>
              <a:ext cx="2987687" cy="632573"/>
            </a:xfrm>
            <a:prstGeom prst="rect">
              <a:avLst/>
            </a:prstGeom>
          </p:spPr>
        </p:pic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AB880E11-F5F6-0A5F-5FD2-D7A68145C847}"/>
              </a:ext>
            </a:extLst>
          </p:cNvPr>
          <p:cNvGrpSpPr/>
          <p:nvPr/>
        </p:nvGrpSpPr>
        <p:grpSpPr>
          <a:xfrm>
            <a:off x="829209" y="4689675"/>
            <a:ext cx="2987687" cy="1537144"/>
            <a:chOff x="4433799" y="3613422"/>
            <a:chExt cx="2987687" cy="1537144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B2F8AF82-E62D-C6B5-8F82-AAC3823E2CCB}"/>
                </a:ext>
              </a:extLst>
            </p:cNvPr>
            <p:cNvSpPr/>
            <p:nvPr/>
          </p:nvSpPr>
          <p:spPr>
            <a:xfrm>
              <a:off x="4443311" y="3613422"/>
              <a:ext cx="2978175" cy="15371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8" name="図 47">
              <a:extLst>
                <a:ext uri="{FF2B5EF4-FFF2-40B4-BE49-F238E27FC236}">
                  <a16:creationId xmlns:a16="http://schemas.microsoft.com/office/drawing/2014/main" id="{F93DE686-B8FF-77B0-0E83-9037F4ADEA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73" t="-1644" r="4885" b="17286"/>
            <a:stretch/>
          </p:blipFill>
          <p:spPr>
            <a:xfrm>
              <a:off x="4433799" y="3804097"/>
              <a:ext cx="2987687" cy="632573"/>
            </a:xfrm>
            <a:prstGeom prst="rect">
              <a:avLst/>
            </a:prstGeom>
          </p:spPr>
        </p:pic>
      </p:grp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BCAA4A5-FD2E-0F87-2A82-A6E43B1C3660}"/>
              </a:ext>
            </a:extLst>
          </p:cNvPr>
          <p:cNvSpPr/>
          <p:nvPr/>
        </p:nvSpPr>
        <p:spPr>
          <a:xfrm>
            <a:off x="1213689" y="2925341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二等辺三角形 49">
            <a:extLst>
              <a:ext uri="{FF2B5EF4-FFF2-40B4-BE49-F238E27FC236}">
                <a16:creationId xmlns:a16="http://schemas.microsoft.com/office/drawing/2014/main" id="{9EB95239-18D0-A157-842D-B3386CB2CAC8}"/>
              </a:ext>
            </a:extLst>
          </p:cNvPr>
          <p:cNvSpPr/>
          <p:nvPr/>
        </p:nvSpPr>
        <p:spPr>
          <a:xfrm>
            <a:off x="1257535" y="3755311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CF5EACC-0148-AE45-008E-63049C1FB043}"/>
              </a:ext>
            </a:extLst>
          </p:cNvPr>
          <p:cNvSpPr/>
          <p:nvPr/>
        </p:nvSpPr>
        <p:spPr>
          <a:xfrm>
            <a:off x="7956290" y="3613354"/>
            <a:ext cx="2978175" cy="1537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65AC8BB9-D287-6416-0B66-AE14F810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527" y="3809040"/>
            <a:ext cx="3031532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4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42D05-4C03-7564-FB1D-6B33E79D1843}"/>
              </a:ext>
            </a:extLst>
          </p:cNvPr>
          <p:cNvSpPr txBox="1"/>
          <p:nvPr/>
        </p:nvSpPr>
        <p:spPr>
          <a:xfrm>
            <a:off x="366824" y="188863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</a:t>
            </a:r>
            <a:r>
              <a:rPr kumimoji="1" lang="ja-JP" altLang="en-US" dirty="0"/>
              <a:t>表示ー</a:t>
            </a:r>
            <a:r>
              <a:rPr lang="ja-JP" altLang="en-US" dirty="0"/>
              <a:t>地震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A845A5-166D-FA80-8218-42CB32E92526}"/>
              </a:ext>
            </a:extLst>
          </p:cNvPr>
          <p:cNvSpPr/>
          <p:nvPr/>
        </p:nvSpPr>
        <p:spPr>
          <a:xfrm>
            <a:off x="838720" y="1455204"/>
            <a:ext cx="2987687" cy="477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1AF6DAA-D1BF-F491-1087-BC7B3BB14040}"/>
              </a:ext>
            </a:extLst>
          </p:cNvPr>
          <p:cNvGrpSpPr/>
          <p:nvPr/>
        </p:nvGrpSpPr>
        <p:grpSpPr>
          <a:xfrm>
            <a:off x="1694160" y="2159503"/>
            <a:ext cx="2122736" cy="3170099"/>
            <a:chOff x="6467060" y="1709531"/>
            <a:chExt cx="2122736" cy="317009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DBE35FD-06BA-FC77-EB06-B31A37271D94}"/>
                </a:ext>
              </a:extLst>
            </p:cNvPr>
            <p:cNvSpPr/>
            <p:nvPr/>
          </p:nvSpPr>
          <p:spPr>
            <a:xfrm>
              <a:off x="6467060" y="1709531"/>
              <a:ext cx="2122736" cy="27763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0141C63-8D9E-2B0E-2C2E-3C4BD48ABD2A}"/>
                </a:ext>
              </a:extLst>
            </p:cNvPr>
            <p:cNvSpPr txBox="1"/>
            <p:nvPr/>
          </p:nvSpPr>
          <p:spPr>
            <a:xfrm>
              <a:off x="6655611" y="1709531"/>
              <a:ext cx="1745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0" b="1" dirty="0">
                  <a:solidFill>
                    <a:schemeClr val="bg1"/>
                  </a:solidFill>
                  <a:latin typeface="+mn-ea"/>
                </a:rPr>
                <a:t>１</a:t>
              </a:r>
              <a:endParaRPr kumimoji="1" lang="ja-JP" altLang="en-US" sz="20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96DC5EE-8377-6D78-25DD-168E238C0A61}"/>
              </a:ext>
            </a:extLst>
          </p:cNvPr>
          <p:cNvSpPr txBox="1"/>
          <p:nvPr/>
        </p:nvSpPr>
        <p:spPr>
          <a:xfrm>
            <a:off x="1496548" y="1087563"/>
            <a:ext cx="139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完成予想図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599A0B3-364B-1109-24C0-A70B7FBC5AD3}"/>
              </a:ext>
            </a:extLst>
          </p:cNvPr>
          <p:cNvGrpSpPr/>
          <p:nvPr/>
        </p:nvGrpSpPr>
        <p:grpSpPr>
          <a:xfrm>
            <a:off x="838720" y="1455205"/>
            <a:ext cx="2978176" cy="966126"/>
            <a:chOff x="4829112" y="1291719"/>
            <a:chExt cx="2789624" cy="966126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E10FEC7-2390-E6D7-6804-17C7A2BD2030}"/>
                </a:ext>
              </a:extLst>
            </p:cNvPr>
            <p:cNvSpPr/>
            <p:nvPr/>
          </p:nvSpPr>
          <p:spPr>
            <a:xfrm>
              <a:off x="4829112" y="1291719"/>
              <a:ext cx="2789624" cy="9661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A73AC3E-9082-F7E2-4034-3A75DF75377C}"/>
                </a:ext>
              </a:extLst>
            </p:cNvPr>
            <p:cNvSpPr txBox="1"/>
            <p:nvPr/>
          </p:nvSpPr>
          <p:spPr>
            <a:xfrm>
              <a:off x="4829112" y="1543949"/>
              <a:ext cx="278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rgbClr val="FF3737"/>
                  </a:solidFill>
                  <a:latin typeface="+mn-ea"/>
                </a:rPr>
                <a:t>地震</a:t>
              </a:r>
              <a:r>
                <a:rPr kumimoji="1" lang="ja-JP" altLang="en-US" sz="2800" b="1" dirty="0">
                  <a:solidFill>
                    <a:srgbClr val="FF3737"/>
                  </a:solidFill>
                  <a:latin typeface="+mn-ea"/>
                </a:rPr>
                <a:t>管制運転中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2DBB4E1-1CCB-7B60-431F-BB8D6F798E07}"/>
              </a:ext>
            </a:extLst>
          </p:cNvPr>
          <p:cNvGrpSpPr/>
          <p:nvPr/>
        </p:nvGrpSpPr>
        <p:grpSpPr>
          <a:xfrm>
            <a:off x="4317416" y="1455205"/>
            <a:ext cx="2978176" cy="966126"/>
            <a:chOff x="4829112" y="1291719"/>
            <a:chExt cx="2789624" cy="966126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7730921-ADAF-1AC8-860E-5E93556B6E7F}"/>
                </a:ext>
              </a:extLst>
            </p:cNvPr>
            <p:cNvSpPr/>
            <p:nvPr/>
          </p:nvSpPr>
          <p:spPr>
            <a:xfrm>
              <a:off x="4829112" y="1291719"/>
              <a:ext cx="2789624" cy="9661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0B9500B-C943-5D80-E9D2-A436413208FA}"/>
                </a:ext>
              </a:extLst>
            </p:cNvPr>
            <p:cNvSpPr txBox="1"/>
            <p:nvPr/>
          </p:nvSpPr>
          <p:spPr>
            <a:xfrm>
              <a:off x="4829112" y="1543949"/>
              <a:ext cx="278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rgbClr val="FF3737"/>
                  </a:solidFill>
                  <a:latin typeface="+mn-ea"/>
                </a:rPr>
                <a:t>地震</a:t>
              </a:r>
              <a:r>
                <a:rPr kumimoji="1" lang="ja-JP" altLang="en-US" sz="2800" b="1" dirty="0">
                  <a:solidFill>
                    <a:srgbClr val="FF3737"/>
                  </a:solidFill>
                  <a:latin typeface="+mn-ea"/>
                </a:rPr>
                <a:t>管制運転中</a:t>
              </a:r>
            </a:p>
          </p:txBody>
        </p:sp>
      </p:grp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BCAA4A5-FD2E-0F87-2A82-A6E43B1C3660}"/>
              </a:ext>
            </a:extLst>
          </p:cNvPr>
          <p:cNvSpPr/>
          <p:nvPr/>
        </p:nvSpPr>
        <p:spPr>
          <a:xfrm>
            <a:off x="1213689" y="2925341"/>
            <a:ext cx="766033" cy="18371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二等辺三角形 49">
            <a:extLst>
              <a:ext uri="{FF2B5EF4-FFF2-40B4-BE49-F238E27FC236}">
                <a16:creationId xmlns:a16="http://schemas.microsoft.com/office/drawing/2014/main" id="{9EB95239-18D0-A157-842D-B3386CB2CAC8}"/>
              </a:ext>
            </a:extLst>
          </p:cNvPr>
          <p:cNvSpPr/>
          <p:nvPr/>
        </p:nvSpPr>
        <p:spPr>
          <a:xfrm>
            <a:off x="1257535" y="3755311"/>
            <a:ext cx="678339" cy="79512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00577C7-AECC-8E8C-98C4-BD5E148D504F}"/>
              </a:ext>
            </a:extLst>
          </p:cNvPr>
          <p:cNvSpPr txBox="1"/>
          <p:nvPr/>
        </p:nvSpPr>
        <p:spPr>
          <a:xfrm>
            <a:off x="7308258" y="5965209"/>
            <a:ext cx="4180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>
                <a:solidFill>
                  <a:schemeClr val="bg1"/>
                </a:solidFill>
                <a:latin typeface="+mn-ea"/>
              </a:rPr>
              <a:t>最寄りの階へとまります</a:t>
            </a:r>
            <a:endParaRPr kumimoji="1" lang="ja-JP" altLang="en-US" sz="2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6CBC5E9-35EF-882E-66A9-7050146B964F}"/>
              </a:ext>
            </a:extLst>
          </p:cNvPr>
          <p:cNvGrpSpPr/>
          <p:nvPr/>
        </p:nvGrpSpPr>
        <p:grpSpPr>
          <a:xfrm>
            <a:off x="730944" y="4685936"/>
            <a:ext cx="3206590" cy="1537144"/>
            <a:chOff x="4214628" y="3613421"/>
            <a:chExt cx="3206590" cy="1537144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938FE8C3-04AA-14DF-2DA0-DC7B01E4CBBF}"/>
                </a:ext>
              </a:extLst>
            </p:cNvPr>
            <p:cNvSpPr/>
            <p:nvPr/>
          </p:nvSpPr>
          <p:spPr>
            <a:xfrm>
              <a:off x="4326928" y="3613421"/>
              <a:ext cx="2978175" cy="15371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47E6C65-5929-DBF2-55CC-27CA4D79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14628" y="3806542"/>
              <a:ext cx="3206590" cy="755970"/>
            </a:xfrm>
            <a:prstGeom prst="rect">
              <a:avLst/>
            </a:prstGeom>
          </p:spPr>
        </p:pic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21DA401-EEBC-4E23-53BD-0C4048F0D894}"/>
              </a:ext>
            </a:extLst>
          </p:cNvPr>
          <p:cNvGrpSpPr/>
          <p:nvPr/>
        </p:nvGrpSpPr>
        <p:grpSpPr>
          <a:xfrm>
            <a:off x="4203209" y="3633434"/>
            <a:ext cx="3206590" cy="1537144"/>
            <a:chOff x="4214628" y="3613421"/>
            <a:chExt cx="3206590" cy="1537144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487A06-EB05-F629-B23F-54DE62F81CDB}"/>
                </a:ext>
              </a:extLst>
            </p:cNvPr>
            <p:cNvSpPr/>
            <p:nvPr/>
          </p:nvSpPr>
          <p:spPr>
            <a:xfrm>
              <a:off x="4326928" y="3613421"/>
              <a:ext cx="2978175" cy="15371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B094748-5D29-32ED-A010-C6063F98F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14628" y="3806542"/>
              <a:ext cx="3206590" cy="755970"/>
            </a:xfrm>
            <a:prstGeom prst="rect">
              <a:avLst/>
            </a:prstGeom>
          </p:spPr>
        </p:pic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E26B3E-E6B1-7ABA-A83E-5CE0A1A994E3}"/>
              </a:ext>
            </a:extLst>
          </p:cNvPr>
          <p:cNvSpPr/>
          <p:nvPr/>
        </p:nvSpPr>
        <p:spPr>
          <a:xfrm>
            <a:off x="7956290" y="3613354"/>
            <a:ext cx="2978175" cy="1537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DAC1ED4-1362-A148-F1A7-78E93FB8A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527" y="3809040"/>
            <a:ext cx="3031532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7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0531C9-226B-2112-FEA4-295E119A8D44}"/>
              </a:ext>
            </a:extLst>
          </p:cNvPr>
          <p:cNvSpPr txBox="1"/>
          <p:nvPr/>
        </p:nvSpPr>
        <p:spPr>
          <a:xfrm>
            <a:off x="366824" y="175611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内側ボタン</a:t>
            </a:r>
            <a:endParaRPr kumimoji="1" lang="en-US" altLang="ja-JP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D2AAC02-E7E6-B7F4-8B34-D89A8A4051A7}"/>
              </a:ext>
            </a:extLst>
          </p:cNvPr>
          <p:cNvGrpSpPr/>
          <p:nvPr/>
        </p:nvGrpSpPr>
        <p:grpSpPr>
          <a:xfrm>
            <a:off x="1791241" y="1113183"/>
            <a:ext cx="1749287" cy="1749287"/>
            <a:chOff x="1791241" y="1113183"/>
            <a:chExt cx="1749287" cy="1749287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143769CD-7C0A-9E29-E297-532FA42724A3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6F854BB-1709-8B65-3627-51C588C8172D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/>
                <a:t>１</a:t>
              </a:r>
              <a:endParaRPr kumimoji="1" lang="ja-JP" altLang="en-US" sz="9600" b="1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CF2DC15-D917-D62D-F750-2D7131536847}"/>
              </a:ext>
            </a:extLst>
          </p:cNvPr>
          <p:cNvGrpSpPr/>
          <p:nvPr/>
        </p:nvGrpSpPr>
        <p:grpSpPr>
          <a:xfrm>
            <a:off x="4143502" y="1113183"/>
            <a:ext cx="1749287" cy="1749287"/>
            <a:chOff x="1791241" y="1113183"/>
            <a:chExt cx="1749287" cy="1749287"/>
          </a:xfrm>
        </p:grpSpPr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EFA19B86-B103-87E8-C8B9-9C6477663FD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6065BBC-36FF-ACFF-1E0F-87DD1230FBA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２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F8AEE61-6EBA-A8E1-E1EC-44E2312D6B23}"/>
              </a:ext>
            </a:extLst>
          </p:cNvPr>
          <p:cNvGrpSpPr/>
          <p:nvPr/>
        </p:nvGrpSpPr>
        <p:grpSpPr>
          <a:xfrm>
            <a:off x="6495763" y="1113182"/>
            <a:ext cx="1749287" cy="1749287"/>
            <a:chOff x="1791241" y="1113183"/>
            <a:chExt cx="1749287" cy="1749287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B2631E7B-57E5-F724-A5F9-FBD77287FBE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A1A8844-F049-8126-1F6B-42EF53413A5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３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75302DC-E711-C4D4-9878-B390E3C0F80C}"/>
              </a:ext>
            </a:extLst>
          </p:cNvPr>
          <p:cNvGrpSpPr/>
          <p:nvPr/>
        </p:nvGrpSpPr>
        <p:grpSpPr>
          <a:xfrm>
            <a:off x="8752797" y="1113181"/>
            <a:ext cx="1749287" cy="1749287"/>
            <a:chOff x="1791241" y="1113183"/>
            <a:chExt cx="1749287" cy="1749287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83779CF9-778D-F48D-A8C0-B42743F94DFD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7BBE2BA-739D-DDD3-1D7C-340DC7F5BA7C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４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733240F-C746-9310-BDD7-A15A670BDEB9}"/>
              </a:ext>
            </a:extLst>
          </p:cNvPr>
          <p:cNvGrpSpPr/>
          <p:nvPr/>
        </p:nvGrpSpPr>
        <p:grpSpPr>
          <a:xfrm>
            <a:off x="1784349" y="3995531"/>
            <a:ext cx="1749287" cy="1749287"/>
            <a:chOff x="1791241" y="1113183"/>
            <a:chExt cx="1749287" cy="1749287"/>
          </a:xfrm>
        </p:grpSpPr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D06FED1E-6242-38DF-CC7D-49F67A74B63B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AFA516AA-9068-4CDD-65DD-D712DB5D0E3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５</a:t>
              </a: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2D4F206-AEAB-2F44-0548-243401D89E13}"/>
              </a:ext>
            </a:extLst>
          </p:cNvPr>
          <p:cNvSpPr/>
          <p:nvPr/>
        </p:nvSpPr>
        <p:spPr>
          <a:xfrm>
            <a:off x="4143500" y="3995531"/>
            <a:ext cx="1749287" cy="174928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9AC46360-18DC-D7DD-9C5D-FA28428C616A}"/>
              </a:ext>
            </a:extLst>
          </p:cNvPr>
          <p:cNvSpPr/>
          <p:nvPr/>
        </p:nvSpPr>
        <p:spPr>
          <a:xfrm rot="5400000">
            <a:off x="5002676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5A350E3E-5274-77D5-D661-B0F1F42D78C6}"/>
              </a:ext>
            </a:extLst>
          </p:cNvPr>
          <p:cNvSpPr/>
          <p:nvPr/>
        </p:nvSpPr>
        <p:spPr>
          <a:xfrm rot="16200000">
            <a:off x="3999411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A254E57-4E46-98D1-EC9F-C095FD383610}"/>
              </a:ext>
            </a:extLst>
          </p:cNvPr>
          <p:cNvCxnSpPr>
            <a:cxnSpLocks/>
          </p:cNvCxnSpPr>
          <p:nvPr/>
        </p:nvCxnSpPr>
        <p:spPr>
          <a:xfrm>
            <a:off x="5018143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8430714-92C8-C49E-3993-24F939CD622B}"/>
              </a:ext>
            </a:extLst>
          </p:cNvPr>
          <p:cNvSpPr/>
          <p:nvPr/>
        </p:nvSpPr>
        <p:spPr>
          <a:xfrm>
            <a:off x="6502651" y="3995531"/>
            <a:ext cx="1749287" cy="174928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7939AB5E-8A2B-DDC8-1457-0AC0C1ABC94A}"/>
              </a:ext>
            </a:extLst>
          </p:cNvPr>
          <p:cNvSpPr/>
          <p:nvPr/>
        </p:nvSpPr>
        <p:spPr>
          <a:xfrm rot="16200000">
            <a:off x="7282315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B3786310-DBEE-967B-FB40-272C30447DD3}"/>
              </a:ext>
            </a:extLst>
          </p:cNvPr>
          <p:cNvSpPr/>
          <p:nvPr/>
        </p:nvSpPr>
        <p:spPr>
          <a:xfrm rot="5400000">
            <a:off x="6424822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BD13735-33F6-1896-5397-80E6D0A394D6}"/>
              </a:ext>
            </a:extLst>
          </p:cNvPr>
          <p:cNvCxnSpPr>
            <a:cxnSpLocks/>
          </p:cNvCxnSpPr>
          <p:nvPr/>
        </p:nvCxnSpPr>
        <p:spPr>
          <a:xfrm>
            <a:off x="7377294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F260292C-01DC-F5BA-E25C-E5FD7921E70C}"/>
              </a:ext>
            </a:extLst>
          </p:cNvPr>
          <p:cNvSpPr/>
          <p:nvPr/>
        </p:nvSpPr>
        <p:spPr>
          <a:xfrm>
            <a:off x="8861802" y="3995531"/>
            <a:ext cx="1749287" cy="174928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ECA4BC31-80D0-609F-563B-B86D9D3F75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8078776">
            <a:off x="9121840" y="4321856"/>
            <a:ext cx="1255655" cy="1255655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8A1141B-1122-B166-7FFA-E9724132D1DF}"/>
              </a:ext>
            </a:extLst>
          </p:cNvPr>
          <p:cNvSpPr txBox="1"/>
          <p:nvPr/>
        </p:nvSpPr>
        <p:spPr>
          <a:xfrm>
            <a:off x="154538" y="724570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透過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07606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0531C9-226B-2112-FEA4-295E119A8D44}"/>
              </a:ext>
            </a:extLst>
          </p:cNvPr>
          <p:cNvSpPr txBox="1"/>
          <p:nvPr/>
        </p:nvSpPr>
        <p:spPr>
          <a:xfrm>
            <a:off x="366824" y="175611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内側ボタン</a:t>
            </a:r>
            <a:endParaRPr kumimoji="1" lang="en-US" altLang="ja-JP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D2AAC02-E7E6-B7F4-8B34-D89A8A4051A7}"/>
              </a:ext>
            </a:extLst>
          </p:cNvPr>
          <p:cNvGrpSpPr/>
          <p:nvPr/>
        </p:nvGrpSpPr>
        <p:grpSpPr>
          <a:xfrm>
            <a:off x="1791241" y="1113183"/>
            <a:ext cx="1749287" cy="1749287"/>
            <a:chOff x="1791241" y="1113183"/>
            <a:chExt cx="1749287" cy="1749287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143769CD-7C0A-9E29-E297-532FA42724A3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6F854BB-1709-8B65-3627-51C588C8172D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/>
                <a:t>１</a:t>
              </a:r>
              <a:endParaRPr kumimoji="1" lang="ja-JP" altLang="en-US" sz="9600" b="1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CF2DC15-D917-D62D-F750-2D7131536847}"/>
              </a:ext>
            </a:extLst>
          </p:cNvPr>
          <p:cNvGrpSpPr/>
          <p:nvPr/>
        </p:nvGrpSpPr>
        <p:grpSpPr>
          <a:xfrm>
            <a:off x="4143502" y="1113183"/>
            <a:ext cx="1749287" cy="1749287"/>
            <a:chOff x="1791241" y="1113183"/>
            <a:chExt cx="1749287" cy="1749287"/>
          </a:xfrm>
        </p:grpSpPr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EFA19B86-B103-87E8-C8B9-9C6477663FD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6065BBC-36FF-ACFF-1E0F-87DD1230FBA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２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F8AEE61-6EBA-A8E1-E1EC-44E2312D6B23}"/>
              </a:ext>
            </a:extLst>
          </p:cNvPr>
          <p:cNvGrpSpPr/>
          <p:nvPr/>
        </p:nvGrpSpPr>
        <p:grpSpPr>
          <a:xfrm>
            <a:off x="6495763" y="1113182"/>
            <a:ext cx="1749287" cy="1749287"/>
            <a:chOff x="1791241" y="1113183"/>
            <a:chExt cx="1749287" cy="1749287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B2631E7B-57E5-F724-A5F9-FBD77287FBE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A1A8844-F049-8126-1F6B-42EF53413A5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３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75302DC-E711-C4D4-9878-B390E3C0F80C}"/>
              </a:ext>
            </a:extLst>
          </p:cNvPr>
          <p:cNvGrpSpPr/>
          <p:nvPr/>
        </p:nvGrpSpPr>
        <p:grpSpPr>
          <a:xfrm>
            <a:off x="8752797" y="1113181"/>
            <a:ext cx="1749287" cy="1749287"/>
            <a:chOff x="1791241" y="1113183"/>
            <a:chExt cx="1749287" cy="1749287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83779CF9-778D-F48D-A8C0-B42743F94DFD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7BBE2BA-739D-DDD3-1D7C-340DC7F5BA7C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４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733240F-C746-9310-BDD7-A15A670BDEB9}"/>
              </a:ext>
            </a:extLst>
          </p:cNvPr>
          <p:cNvGrpSpPr/>
          <p:nvPr/>
        </p:nvGrpSpPr>
        <p:grpSpPr>
          <a:xfrm>
            <a:off x="1784349" y="3995531"/>
            <a:ext cx="1749287" cy="1749287"/>
            <a:chOff x="1791241" y="1113183"/>
            <a:chExt cx="1749287" cy="1749287"/>
          </a:xfrm>
        </p:grpSpPr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D06FED1E-6242-38DF-CC7D-49F67A74B63B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AFA516AA-9068-4CDD-65DD-D712DB5D0E3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５</a:t>
              </a: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2D4F206-AEAB-2F44-0548-243401D89E13}"/>
              </a:ext>
            </a:extLst>
          </p:cNvPr>
          <p:cNvSpPr/>
          <p:nvPr/>
        </p:nvSpPr>
        <p:spPr>
          <a:xfrm>
            <a:off x="4143500" y="3995531"/>
            <a:ext cx="1749287" cy="174928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9AC46360-18DC-D7DD-9C5D-FA28428C616A}"/>
              </a:ext>
            </a:extLst>
          </p:cNvPr>
          <p:cNvSpPr/>
          <p:nvPr/>
        </p:nvSpPr>
        <p:spPr>
          <a:xfrm rot="5400000">
            <a:off x="5002676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5A350E3E-5274-77D5-D661-B0F1F42D78C6}"/>
              </a:ext>
            </a:extLst>
          </p:cNvPr>
          <p:cNvSpPr/>
          <p:nvPr/>
        </p:nvSpPr>
        <p:spPr>
          <a:xfrm rot="16200000">
            <a:off x="3999411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A254E57-4E46-98D1-EC9F-C095FD383610}"/>
              </a:ext>
            </a:extLst>
          </p:cNvPr>
          <p:cNvCxnSpPr>
            <a:cxnSpLocks/>
          </p:cNvCxnSpPr>
          <p:nvPr/>
        </p:nvCxnSpPr>
        <p:spPr>
          <a:xfrm>
            <a:off x="5018143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8430714-92C8-C49E-3993-24F939CD622B}"/>
              </a:ext>
            </a:extLst>
          </p:cNvPr>
          <p:cNvSpPr/>
          <p:nvPr/>
        </p:nvSpPr>
        <p:spPr>
          <a:xfrm>
            <a:off x="6502651" y="3995531"/>
            <a:ext cx="1749287" cy="174928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7939AB5E-8A2B-DDC8-1457-0AC0C1ABC94A}"/>
              </a:ext>
            </a:extLst>
          </p:cNvPr>
          <p:cNvSpPr/>
          <p:nvPr/>
        </p:nvSpPr>
        <p:spPr>
          <a:xfrm rot="16200000">
            <a:off x="7282315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B3786310-DBEE-967B-FB40-272C30447DD3}"/>
              </a:ext>
            </a:extLst>
          </p:cNvPr>
          <p:cNvSpPr/>
          <p:nvPr/>
        </p:nvSpPr>
        <p:spPr>
          <a:xfrm rot="5400000">
            <a:off x="6424822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BD13735-33F6-1896-5397-80E6D0A394D6}"/>
              </a:ext>
            </a:extLst>
          </p:cNvPr>
          <p:cNvCxnSpPr>
            <a:cxnSpLocks/>
          </p:cNvCxnSpPr>
          <p:nvPr/>
        </p:nvCxnSpPr>
        <p:spPr>
          <a:xfrm>
            <a:off x="7377294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F260292C-01DC-F5BA-E25C-E5FD7921E70C}"/>
              </a:ext>
            </a:extLst>
          </p:cNvPr>
          <p:cNvSpPr/>
          <p:nvPr/>
        </p:nvSpPr>
        <p:spPr>
          <a:xfrm>
            <a:off x="8861802" y="3995531"/>
            <a:ext cx="1749287" cy="174928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ECA4BC31-80D0-609F-563B-B86D9D3F75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8078776">
            <a:off x="9121840" y="4321856"/>
            <a:ext cx="1255655" cy="1255655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8A1141B-1122-B166-7FFA-E9724132D1DF}"/>
              </a:ext>
            </a:extLst>
          </p:cNvPr>
          <p:cNvSpPr txBox="1"/>
          <p:nvPr/>
        </p:nvSpPr>
        <p:spPr>
          <a:xfrm>
            <a:off x="161430" y="654038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透過なし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318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0531C9-226B-2112-FEA4-295E119A8D44}"/>
              </a:ext>
            </a:extLst>
          </p:cNvPr>
          <p:cNvSpPr txBox="1"/>
          <p:nvPr/>
        </p:nvSpPr>
        <p:spPr>
          <a:xfrm>
            <a:off x="366824" y="175611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内側ボタン</a:t>
            </a:r>
            <a:endParaRPr kumimoji="1" lang="en-US" altLang="ja-JP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D2AAC02-E7E6-B7F4-8B34-D89A8A4051A7}"/>
              </a:ext>
            </a:extLst>
          </p:cNvPr>
          <p:cNvGrpSpPr/>
          <p:nvPr/>
        </p:nvGrpSpPr>
        <p:grpSpPr>
          <a:xfrm>
            <a:off x="1791241" y="1113183"/>
            <a:ext cx="1749287" cy="1749287"/>
            <a:chOff x="1791241" y="1113183"/>
            <a:chExt cx="1749287" cy="1749287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143769CD-7C0A-9E29-E297-532FA42724A3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accent4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6F854BB-1709-8B65-3627-51C588C8172D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9600" b="1" dirty="0"/>
                <a:t>１</a:t>
              </a:r>
              <a:endParaRPr kumimoji="1" lang="ja-JP" altLang="en-US" sz="9600" b="1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CF2DC15-D917-D62D-F750-2D7131536847}"/>
              </a:ext>
            </a:extLst>
          </p:cNvPr>
          <p:cNvGrpSpPr/>
          <p:nvPr/>
        </p:nvGrpSpPr>
        <p:grpSpPr>
          <a:xfrm>
            <a:off x="4143502" y="1113183"/>
            <a:ext cx="1749287" cy="1749287"/>
            <a:chOff x="1791241" y="1113183"/>
            <a:chExt cx="1749287" cy="1749287"/>
          </a:xfrm>
        </p:grpSpPr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EFA19B86-B103-87E8-C8B9-9C6477663FD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accent4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6065BBC-36FF-ACFF-1E0F-87DD1230FBA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２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F8AEE61-6EBA-A8E1-E1EC-44E2312D6B23}"/>
              </a:ext>
            </a:extLst>
          </p:cNvPr>
          <p:cNvGrpSpPr/>
          <p:nvPr/>
        </p:nvGrpSpPr>
        <p:grpSpPr>
          <a:xfrm>
            <a:off x="6495763" y="1113182"/>
            <a:ext cx="1749287" cy="1749287"/>
            <a:chOff x="1791241" y="1113183"/>
            <a:chExt cx="1749287" cy="1749287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B2631E7B-57E5-F724-A5F9-FBD77287FBEA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accent4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A1A8844-F049-8126-1F6B-42EF53413A5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３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75302DC-E711-C4D4-9878-B390E3C0F80C}"/>
              </a:ext>
            </a:extLst>
          </p:cNvPr>
          <p:cNvGrpSpPr/>
          <p:nvPr/>
        </p:nvGrpSpPr>
        <p:grpSpPr>
          <a:xfrm>
            <a:off x="8752797" y="1113181"/>
            <a:ext cx="1749287" cy="1749287"/>
            <a:chOff x="1791241" y="1113183"/>
            <a:chExt cx="1749287" cy="1749287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83779CF9-778D-F48D-A8C0-B42743F94DFD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accent4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7BBE2BA-739D-DDD3-1D7C-340DC7F5BA7C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４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733240F-C746-9310-BDD7-A15A670BDEB9}"/>
              </a:ext>
            </a:extLst>
          </p:cNvPr>
          <p:cNvGrpSpPr/>
          <p:nvPr/>
        </p:nvGrpSpPr>
        <p:grpSpPr>
          <a:xfrm>
            <a:off x="1784349" y="3995531"/>
            <a:ext cx="1749287" cy="1749287"/>
            <a:chOff x="1791241" y="1113183"/>
            <a:chExt cx="1749287" cy="1749287"/>
          </a:xfrm>
        </p:grpSpPr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D06FED1E-6242-38DF-CC7D-49F67A74B63B}"/>
                </a:ext>
              </a:extLst>
            </p:cNvPr>
            <p:cNvSpPr/>
            <p:nvPr/>
          </p:nvSpPr>
          <p:spPr>
            <a:xfrm>
              <a:off x="1791241" y="1113183"/>
              <a:ext cx="1749287" cy="1749287"/>
            </a:xfrm>
            <a:prstGeom prst="roundRect">
              <a:avLst/>
            </a:prstGeom>
            <a:solidFill>
              <a:schemeClr val="accent4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AFA516AA-9068-4CDD-65DD-D712DB5D0E3F}"/>
                </a:ext>
              </a:extLst>
            </p:cNvPr>
            <p:cNvSpPr txBox="1"/>
            <p:nvPr/>
          </p:nvSpPr>
          <p:spPr>
            <a:xfrm>
              <a:off x="1886466" y="1292810"/>
              <a:ext cx="15588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600" b="1" dirty="0"/>
                <a:t>５</a:t>
              </a: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2D4F206-AEAB-2F44-0548-243401D89E13}"/>
              </a:ext>
            </a:extLst>
          </p:cNvPr>
          <p:cNvSpPr/>
          <p:nvPr/>
        </p:nvSpPr>
        <p:spPr>
          <a:xfrm>
            <a:off x="4143500" y="3995531"/>
            <a:ext cx="1749287" cy="1749287"/>
          </a:xfrm>
          <a:prstGeom prst="roundRect">
            <a:avLst/>
          </a:prstGeom>
          <a:solidFill>
            <a:schemeClr val="accent4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9AC46360-18DC-D7DD-9C5D-FA28428C616A}"/>
              </a:ext>
            </a:extLst>
          </p:cNvPr>
          <p:cNvSpPr/>
          <p:nvPr/>
        </p:nvSpPr>
        <p:spPr>
          <a:xfrm rot="5400000">
            <a:off x="5002676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5A350E3E-5274-77D5-D661-B0F1F42D78C6}"/>
              </a:ext>
            </a:extLst>
          </p:cNvPr>
          <p:cNvSpPr/>
          <p:nvPr/>
        </p:nvSpPr>
        <p:spPr>
          <a:xfrm rot="16200000">
            <a:off x="3999411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A254E57-4E46-98D1-EC9F-C095FD383610}"/>
              </a:ext>
            </a:extLst>
          </p:cNvPr>
          <p:cNvCxnSpPr>
            <a:cxnSpLocks/>
          </p:cNvCxnSpPr>
          <p:nvPr/>
        </p:nvCxnSpPr>
        <p:spPr>
          <a:xfrm>
            <a:off x="5018143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8430714-92C8-C49E-3993-24F939CD622B}"/>
              </a:ext>
            </a:extLst>
          </p:cNvPr>
          <p:cNvSpPr/>
          <p:nvPr/>
        </p:nvSpPr>
        <p:spPr>
          <a:xfrm>
            <a:off x="6502651" y="3995531"/>
            <a:ext cx="1749287" cy="1749287"/>
          </a:xfrm>
          <a:prstGeom prst="roundRect">
            <a:avLst/>
          </a:prstGeom>
          <a:solidFill>
            <a:schemeClr val="accent4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7939AB5E-8A2B-DDC8-1457-0AC0C1ABC94A}"/>
              </a:ext>
            </a:extLst>
          </p:cNvPr>
          <p:cNvSpPr/>
          <p:nvPr/>
        </p:nvSpPr>
        <p:spPr>
          <a:xfrm rot="16200000">
            <a:off x="7282315" y="4572000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B3786310-DBEE-967B-FB40-272C30447DD3}"/>
              </a:ext>
            </a:extLst>
          </p:cNvPr>
          <p:cNvSpPr/>
          <p:nvPr/>
        </p:nvSpPr>
        <p:spPr>
          <a:xfrm rot="5400000">
            <a:off x="6424822" y="4571999"/>
            <a:ext cx="1046921" cy="59634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BD13735-33F6-1896-5397-80E6D0A394D6}"/>
              </a:ext>
            </a:extLst>
          </p:cNvPr>
          <p:cNvCxnSpPr>
            <a:cxnSpLocks/>
          </p:cNvCxnSpPr>
          <p:nvPr/>
        </p:nvCxnSpPr>
        <p:spPr>
          <a:xfrm>
            <a:off x="7377294" y="4208107"/>
            <a:ext cx="0" cy="13771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F260292C-01DC-F5BA-E25C-E5FD7921E70C}"/>
              </a:ext>
            </a:extLst>
          </p:cNvPr>
          <p:cNvSpPr/>
          <p:nvPr/>
        </p:nvSpPr>
        <p:spPr>
          <a:xfrm>
            <a:off x="8861802" y="3995531"/>
            <a:ext cx="1749287" cy="1749287"/>
          </a:xfrm>
          <a:prstGeom prst="roundRect">
            <a:avLst/>
          </a:prstGeom>
          <a:solidFill>
            <a:schemeClr val="accent4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ECA4BC31-80D0-609F-563B-B86D9D3F75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8078776">
            <a:off x="9121840" y="4321856"/>
            <a:ext cx="1255655" cy="1255655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8A1141B-1122-B166-7FFA-E9724132D1DF}"/>
              </a:ext>
            </a:extLst>
          </p:cNvPr>
          <p:cNvSpPr txBox="1"/>
          <p:nvPr/>
        </p:nvSpPr>
        <p:spPr>
          <a:xfrm>
            <a:off x="161430" y="654038"/>
            <a:ext cx="345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透過なし光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6833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151893-d3c0-4b9c-89a3-64979a909fcc">
      <Terms xmlns="http://schemas.microsoft.com/office/infopath/2007/PartnerControls"/>
    </lcf76f155ced4ddcb4097134ff3c332f>
    <TaxCatchAll xmlns="a7b29f89-ed28-4627-9d15-9fd767044f4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3035EC04C9A142BED423F8A030E59C" ma:contentTypeVersion="14" ma:contentTypeDescription="新しいドキュメントを作成します。" ma:contentTypeScope="" ma:versionID="63850e07b592979a0afcc6da882af7a0">
  <xsd:schema xmlns:xsd="http://www.w3.org/2001/XMLSchema" xmlns:xs="http://www.w3.org/2001/XMLSchema" xmlns:p="http://schemas.microsoft.com/office/2006/metadata/properties" xmlns:ns2="f3151893-d3c0-4b9c-89a3-64979a909fcc" xmlns:ns3="a7b29f89-ed28-4627-9d15-9fd767044f43" targetNamespace="http://schemas.microsoft.com/office/2006/metadata/properties" ma:root="true" ma:fieldsID="3d505aa0b68afed4c9b9df6690e0fb6d" ns2:_="" ns3:_="">
    <xsd:import namespace="f3151893-d3c0-4b9c-89a3-64979a909fcc"/>
    <xsd:import namespace="a7b29f89-ed28-4627-9d15-9fd767044f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151893-d3c0-4b9c-89a3-64979a909f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29f89-ed28-4627-9d15-9fd767044f4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c8bd1ad-5bc0-48dc-a22f-4961c63cee0e}" ma:internalName="TaxCatchAll" ma:showField="CatchAllData" ma:web="a7b29f89-ed28-4627-9d15-9fd767044f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223A85-2467-41EF-9155-15EAF009A6F5}">
  <ds:schemaRefs>
    <ds:schemaRef ds:uri="a1334779-2aa5-418d-ae89-9fd58bb50a6a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705c79a5-aaf8-4dd8-844d-3ff09cc83c52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28A760A2-AAB1-4AFD-BCDF-5F336B9A84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7C3138-838F-41FD-9FD0-52F4B412761C}"/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229</Words>
  <Application>Microsoft Office PowerPoint</Application>
  <PresentationFormat>ワイド画面</PresentationFormat>
  <Paragraphs>88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HGSｺﾞｼｯｸE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s2001017【仙台広瀬】</dc:creator>
  <cp:lastModifiedBy>s2001017【仙台広瀬】</cp:lastModifiedBy>
  <cp:revision>1</cp:revision>
  <dcterms:created xsi:type="dcterms:W3CDTF">2023-07-10T02:33:53Z</dcterms:created>
  <dcterms:modified xsi:type="dcterms:W3CDTF">2023-07-13T05:10:37Z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0x010100593035EC04C9A142BED423F8A030E59C</vt:lpwstr>
  </property>
  <property fmtid="{D5CDD505-2E9C-101B-9397-08002B2CF9AE}" pid="3" name="MediaServiceImageTags">
    <vt:lpwstr/>
  </property>
</Properties>
</file>